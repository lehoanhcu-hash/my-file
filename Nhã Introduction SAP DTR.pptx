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57" d="100"/>
          <a:sy n="57" d="100"/>
        </p:scale>
        <p:origin x="5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3FF3-4173-C05E-CBAB-14E9EC60E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450B-46C8-9F5A-D68D-1ECB56A62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38ACB-B305-ADC1-679A-AE4E89362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432C4-D965-52EE-CF43-C0F9D6F41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CAD14-837D-24BE-D87D-2BB993D4B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5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BB6D-B715-2ED4-2B6D-E0685712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138B3-6929-6046-42F1-7FF22C6BF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6A4F2-B414-E7E4-1A1D-E318D826B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C526-8267-D0CC-F512-EDB650116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1B05E-7D3A-848E-6ECE-507D12A7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2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E216-2CE3-F9CB-48D4-16254F94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657ED-4C35-5526-1371-D92B7B0DD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03454-76CB-EE0C-41D2-14D968A9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92998-FF5A-666A-0118-247E217D5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DD5F1-0C8D-8DD0-572E-B56B8AD1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99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8C0E-0C13-8D6F-442E-909DD6A2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E0C67-FC2D-9EA7-3139-D5CD7AC74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72FF-B005-44AA-FAE9-7FD9988B3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5BB2B-BE10-11EF-019A-5F2311335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FFF25-863D-A0DE-7796-D5809D70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0E508-6CDD-7051-CB8D-109797A8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58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FFC51-F364-2C7C-AD23-61205192A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EBB8A-75B1-514A-9F14-BE3AD4D72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8BD86-6753-58E5-2FF0-DEAD69DD5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107456-F4AC-2718-8F69-23A7C68F5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F63CD-9EF7-CE51-BE1E-036DEF94D4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C30CE-AD19-6B18-5CA9-318AB374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25BFBE-86E0-30C8-F0BB-EEB24423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9F32F-AF37-649E-3D5A-C293E7A9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93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4A93-0BE2-B778-C837-7286118B2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CC1FC-FC4D-FC5D-8CCA-70C92828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E98AE3-C3E8-2FAA-F620-364A6F8F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9C431-5D33-EDC0-FDFE-CDF369AE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12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F640EF-3028-4007-1018-F4A9FAEBB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88F55-736C-B3EF-3592-E975C9BCF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5BBF9-2792-A0D1-76D9-F3B2A081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33E8-BA96-E052-79B1-1D315399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3451A-9D5B-90A1-47A9-D2155F968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3E137-D2BE-A42A-FA32-DDEE23C8F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4FBB7-52DA-C7E6-F5F5-71CA562F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3AD62-2A06-AB33-9758-1FD18888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DA99D-F7B6-E3B9-33FC-2B2BD689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3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3038A-BD2E-29B4-3940-21F9C75A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24028D-16A1-0D6A-5B92-F5BD1B8B3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693AC-8E96-A767-9434-400419136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AD3A0-F36A-1372-BA72-1C8B19C5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31D28-28FA-DA8C-5C05-C01B640E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F8DC0-9DA4-CC79-E828-B119C6A9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3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0A81-47A2-B322-3B5F-B866385C7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8C33C-C20D-876B-ABB1-FAAB82BD4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884A-58A7-6829-B551-E021959DA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278AC-F1BE-4F29-92BF-4F563045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27899-913F-66AC-63E9-325B4A973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18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DF54A7-0E38-5A54-986A-7CE4AF6A18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50E36-5318-D470-B3E2-8CE3378EE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B6B02-96CE-5875-452C-962A93FD2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903DE-F6B3-57AA-F627-12D94F5F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DBDDD-2C70-D38E-DB43-99AE4907E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DD87F3-D7F6-AFBE-0F91-8F109820E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1F47C-7B73-AA7E-A66E-22A4AEE9E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17623-38D1-BA7E-58C2-468FB881AB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6F480-5BF3-4401-89B2-E4B62BDB53D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73ADB-A9E2-6A8F-C2BC-5FE2242D0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56EEB-A858-A2DA-5637-B575A6E47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E6EB3E-6035-47BF-8410-0713921E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8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97A4-BABC-D545-7907-0C5A81153E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EFB69-004B-7C67-CEE1-6DBD1D8A1F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8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</cp:revision>
  <dcterms:created xsi:type="dcterms:W3CDTF">2026-01-23T06:57:20Z</dcterms:created>
  <dcterms:modified xsi:type="dcterms:W3CDTF">2026-01-23T06:58:09Z</dcterms:modified>
</cp:coreProperties>
</file>