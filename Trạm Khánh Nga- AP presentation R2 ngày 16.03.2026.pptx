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2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3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7" r:id="rId4"/>
  </p:sldMasterIdLst>
  <p:notesMasterIdLst>
    <p:notesMasterId r:id="rId24"/>
  </p:notesMasterIdLst>
  <p:handoutMasterIdLst>
    <p:handoutMasterId r:id="rId25"/>
  </p:handoutMasterIdLst>
  <p:sldIdLst>
    <p:sldId id="492" r:id="rId5"/>
    <p:sldId id="339" r:id="rId6"/>
    <p:sldId id="334" r:id="rId7"/>
    <p:sldId id="337" r:id="rId8"/>
    <p:sldId id="342" r:id="rId9"/>
    <p:sldId id="493" r:id="rId10"/>
    <p:sldId id="355" r:id="rId11"/>
    <p:sldId id="345" r:id="rId12"/>
    <p:sldId id="486" r:id="rId13"/>
    <p:sldId id="488" r:id="rId14"/>
    <p:sldId id="489" r:id="rId15"/>
    <p:sldId id="350" r:id="rId16"/>
    <p:sldId id="354" r:id="rId17"/>
    <p:sldId id="336" r:id="rId18"/>
    <p:sldId id="335" r:id="rId19"/>
    <p:sldId id="358" r:id="rId20"/>
    <p:sldId id="349" r:id="rId21"/>
    <p:sldId id="353" r:id="rId22"/>
    <p:sldId id="293" r:id="rId23"/>
  </p:sldIdLst>
  <p:sldSz cx="9144000" cy="5143500" type="screen16x9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AP presentation" id="{8E4498FF-85E0-457D-9BFF-FFE67C62EA5C}">
          <p14:sldIdLst>
            <p14:sldId id="492"/>
            <p14:sldId id="339"/>
            <p14:sldId id="334"/>
            <p14:sldId id="337"/>
            <p14:sldId id="342"/>
            <p14:sldId id="493"/>
            <p14:sldId id="355"/>
            <p14:sldId id="345"/>
            <p14:sldId id="486"/>
            <p14:sldId id="488"/>
            <p14:sldId id="489"/>
            <p14:sldId id="350"/>
            <p14:sldId id="354"/>
            <p14:sldId id="336"/>
            <p14:sldId id="335"/>
            <p14:sldId id="358"/>
            <p14:sldId id="349"/>
            <p14:sldId id="353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30B3734-228D-1D91-AA35-15765602FCF0}" name="Thiện, Trần Ngọc Phước" initials="TT" userId="S::TranNgocPhuocThien@duytangroup.com::c95ca287-6e50-4541-8801-ae491455250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119303"/>
    <a:srgbClr val="176534"/>
    <a:srgbClr val="006736"/>
    <a:srgbClr val="EAEAEA"/>
    <a:srgbClr val="70AD47"/>
    <a:srgbClr val="003399"/>
    <a:srgbClr val="000066"/>
    <a:srgbClr val="FFFFFF"/>
    <a:srgbClr val="718A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0C8635-2FE7-4134-9FA4-7B7F2872E04B}" v="26" dt="2026-03-17T09:24:26.913"/>
  </p1510:revLst>
</p1510:revInfo>
</file>

<file path=ppt/tableStyles.xml><?xml version="1.0" encoding="utf-8"?>
<a:tblStyleLst xmlns:a="http://schemas.openxmlformats.org/drawingml/2006/main" def="{6A077030-E235-474E-B3E8-3EB61F41259E}">
  <a:tblStyle styleId="{6A077030-E235-474E-B3E8-3EB61F4125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64" autoAdjust="0"/>
    <p:restoredTop sz="94601" autoAdjust="0"/>
  </p:normalViewPr>
  <p:slideViewPr>
    <p:cSldViewPr snapToGrid="0">
      <p:cViewPr>
        <p:scale>
          <a:sx n="125" d="100"/>
          <a:sy n="125" d="100"/>
        </p:scale>
        <p:origin x="13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87" d="100"/>
          <a:sy n="87" d="100"/>
        </p:scale>
        <p:origin x="1912" y="-2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h, Nguyễn Thị Trúc" userId="a2965aa5-3487-4319-b099-a9d8f196d517" providerId="ADAL" clId="{F03C7925-1A77-476A-B5A9-388980DE0D61}"/>
    <pc:docChg chg="undo custSel modSld">
      <pc:chgData name="Linh, Nguyễn Thị Trúc" userId="a2965aa5-3487-4319-b099-a9d8f196d517" providerId="ADAL" clId="{F03C7925-1A77-476A-B5A9-388980DE0D61}" dt="2026-03-17T09:27:53.002" v="540" actId="20577"/>
      <pc:docMkLst>
        <pc:docMk/>
      </pc:docMkLst>
      <pc:sldChg chg="modSp mod">
        <pc:chgData name="Linh, Nguyễn Thị Trúc" userId="a2965aa5-3487-4319-b099-a9d8f196d517" providerId="ADAL" clId="{F03C7925-1A77-476A-B5A9-388980DE0D61}" dt="2026-03-17T09:27:53.002" v="540" actId="20577"/>
        <pc:sldMkLst>
          <pc:docMk/>
          <pc:sldMk cId="2965839819" sldId="334"/>
        </pc:sldMkLst>
        <pc:spChg chg="mod">
          <ac:chgData name="Linh, Nguyễn Thị Trúc" userId="a2965aa5-3487-4319-b099-a9d8f196d517" providerId="ADAL" clId="{F03C7925-1A77-476A-B5A9-388980DE0D61}" dt="2026-03-17T09:27:53.002" v="540" actId="20577"/>
          <ac:spMkLst>
            <pc:docMk/>
            <pc:sldMk cId="2965839819" sldId="334"/>
            <ac:spMk id="5" creationId="{16311E4C-B81A-6B9D-BD61-52C97148A0B8}"/>
          </ac:spMkLst>
        </pc:spChg>
      </pc:sldChg>
      <pc:sldChg chg="addSp delSp modSp mod">
        <pc:chgData name="Linh, Nguyễn Thị Trúc" userId="a2965aa5-3487-4319-b099-a9d8f196d517" providerId="ADAL" clId="{F03C7925-1A77-476A-B5A9-388980DE0D61}" dt="2026-03-17T09:13:00.464" v="474" actId="14100"/>
        <pc:sldMkLst>
          <pc:docMk/>
          <pc:sldMk cId="2189303431" sldId="335"/>
        </pc:sldMkLst>
        <pc:graphicFrameChg chg="add mod">
          <ac:chgData name="Linh, Nguyễn Thị Trúc" userId="a2965aa5-3487-4319-b099-a9d8f196d517" providerId="ADAL" clId="{F03C7925-1A77-476A-B5A9-388980DE0D61}" dt="2026-03-17T09:04:03.880" v="448"/>
          <ac:graphicFrameMkLst>
            <pc:docMk/>
            <pc:sldMk cId="2189303431" sldId="335"/>
            <ac:graphicFrameMk id="12" creationId="{3D848F40-E90F-16E8-8FA3-E27294CC1A20}"/>
          </ac:graphicFrameMkLst>
        </pc:graphicFrameChg>
        <pc:graphicFrameChg chg="add mod">
          <ac:chgData name="Linh, Nguyễn Thị Trúc" userId="a2965aa5-3487-4319-b099-a9d8f196d517" providerId="ADAL" clId="{F03C7925-1A77-476A-B5A9-388980DE0D61}" dt="2026-03-17T09:04:36.604" v="457" actId="1076"/>
          <ac:graphicFrameMkLst>
            <pc:docMk/>
            <pc:sldMk cId="2189303431" sldId="335"/>
            <ac:graphicFrameMk id="13" creationId="{30AB3B4D-CCC7-55E0-76F3-94C3E0958451}"/>
          </ac:graphicFrameMkLst>
        </pc:graphicFrameChg>
        <pc:graphicFrameChg chg="add mod modGraphic">
          <ac:chgData name="Linh, Nguyễn Thị Trúc" userId="a2965aa5-3487-4319-b099-a9d8f196d517" providerId="ADAL" clId="{F03C7925-1A77-476A-B5A9-388980DE0D61}" dt="2026-03-17T09:04:44.530" v="460" actId="14100"/>
          <ac:graphicFrameMkLst>
            <pc:docMk/>
            <pc:sldMk cId="2189303431" sldId="335"/>
            <ac:graphicFrameMk id="14" creationId="{FD86569C-52BD-6508-1AA6-CC70D1CA0546}"/>
          </ac:graphicFrameMkLst>
        </pc:graphicFrameChg>
        <pc:graphicFrameChg chg="add del mod">
          <ac:chgData name="Linh, Nguyễn Thị Trúc" userId="a2965aa5-3487-4319-b099-a9d8f196d517" providerId="ADAL" clId="{F03C7925-1A77-476A-B5A9-388980DE0D61}" dt="2026-03-17T09:11:32.379" v="462" actId="21"/>
          <ac:graphicFrameMkLst>
            <pc:docMk/>
            <pc:sldMk cId="2189303431" sldId="335"/>
            <ac:graphicFrameMk id="15" creationId="{CA44B035-C0B0-CE3B-881E-61B125EF74C9}"/>
          </ac:graphicFrameMkLst>
        </pc:graphicFrameChg>
        <pc:picChg chg="add del mod">
          <ac:chgData name="Linh, Nguyễn Thị Trúc" userId="a2965aa5-3487-4319-b099-a9d8f196d517" providerId="ADAL" clId="{F03C7925-1A77-476A-B5A9-388980DE0D61}" dt="2026-03-17T08:56:27.928" v="436" actId="21"/>
          <ac:picMkLst>
            <pc:docMk/>
            <pc:sldMk cId="2189303431" sldId="335"/>
            <ac:picMk id="3" creationId="{71E00F97-04B9-CFD2-6B41-B8A8426D9D24}"/>
          </ac:picMkLst>
        </pc:picChg>
        <pc:picChg chg="add del">
          <ac:chgData name="Linh, Nguyễn Thị Trúc" userId="a2965aa5-3487-4319-b099-a9d8f196d517" providerId="ADAL" clId="{F03C7925-1A77-476A-B5A9-388980DE0D61}" dt="2026-03-17T08:56:44.707" v="438" actId="21"/>
          <ac:picMkLst>
            <pc:docMk/>
            <pc:sldMk cId="2189303431" sldId="335"/>
            <ac:picMk id="4" creationId="{6D2B46BE-DC09-9AC5-1C33-50DC8A8FA429}"/>
          </ac:picMkLst>
        </pc:picChg>
        <pc:picChg chg="add del">
          <ac:chgData name="Linh, Nguyễn Thị Trúc" userId="a2965aa5-3487-4319-b099-a9d8f196d517" providerId="ADAL" clId="{F03C7925-1A77-476A-B5A9-388980DE0D61}" dt="2026-03-17T09:02:57.085" v="440" actId="21"/>
          <ac:picMkLst>
            <pc:docMk/>
            <pc:sldMk cId="2189303431" sldId="335"/>
            <ac:picMk id="6" creationId="{B3769019-E0EB-4C9B-D4B1-EBEA6E24C4F8}"/>
          </ac:picMkLst>
        </pc:picChg>
        <pc:picChg chg="add del mod">
          <ac:chgData name="Linh, Nguyễn Thị Trúc" userId="a2965aa5-3487-4319-b099-a9d8f196d517" providerId="ADAL" clId="{F03C7925-1A77-476A-B5A9-388980DE0D61}" dt="2026-03-17T09:03:23.902" v="443" actId="478"/>
          <ac:picMkLst>
            <pc:docMk/>
            <pc:sldMk cId="2189303431" sldId="335"/>
            <ac:picMk id="8" creationId="{C0C47DC5-E476-A3BA-46C4-54956E7CF0CC}"/>
          </ac:picMkLst>
        </pc:picChg>
        <pc:picChg chg="del">
          <ac:chgData name="Linh, Nguyễn Thị Trúc" userId="a2965aa5-3487-4319-b099-a9d8f196d517" providerId="ADAL" clId="{F03C7925-1A77-476A-B5A9-388980DE0D61}" dt="2026-03-17T08:53:58.225" v="418" actId="21"/>
          <ac:picMkLst>
            <pc:docMk/>
            <pc:sldMk cId="2189303431" sldId="335"/>
            <ac:picMk id="9" creationId="{97C818F1-A145-CA03-6094-8CACC8CAB4D3}"/>
          </ac:picMkLst>
        </pc:picChg>
        <pc:picChg chg="add del mod">
          <ac:chgData name="Linh, Nguyễn Thị Trúc" userId="a2965aa5-3487-4319-b099-a9d8f196d517" providerId="ADAL" clId="{F03C7925-1A77-476A-B5A9-388980DE0D61}" dt="2026-03-17T09:03:42.927" v="447" actId="478"/>
          <ac:picMkLst>
            <pc:docMk/>
            <pc:sldMk cId="2189303431" sldId="335"/>
            <ac:picMk id="11" creationId="{265DD72B-2B39-B2E9-6F62-4852B50BEE20}"/>
          </ac:picMkLst>
        </pc:picChg>
        <pc:picChg chg="add mod">
          <ac:chgData name="Linh, Nguyễn Thị Trúc" userId="a2965aa5-3487-4319-b099-a9d8f196d517" providerId="ADAL" clId="{F03C7925-1A77-476A-B5A9-388980DE0D61}" dt="2026-03-17T09:13:00.464" v="474" actId="14100"/>
          <ac:picMkLst>
            <pc:docMk/>
            <pc:sldMk cId="2189303431" sldId="335"/>
            <ac:picMk id="16" creationId="{BB4934E3-D9F4-A871-C3A0-53C29EE323D4}"/>
          </ac:picMkLst>
        </pc:picChg>
      </pc:sldChg>
      <pc:sldChg chg="addSp delSp modSp mod">
        <pc:chgData name="Linh, Nguyễn Thị Trúc" userId="a2965aa5-3487-4319-b099-a9d8f196d517" providerId="ADAL" clId="{F03C7925-1A77-476A-B5A9-388980DE0D61}" dt="2026-03-16T09:18:34.432" v="417" actId="1036"/>
        <pc:sldMkLst>
          <pc:docMk/>
          <pc:sldMk cId="3202840034" sldId="336"/>
        </pc:sldMkLst>
        <pc:picChg chg="del">
          <ac:chgData name="Linh, Nguyễn Thị Trúc" userId="a2965aa5-3487-4319-b099-a9d8f196d517" providerId="ADAL" clId="{F03C7925-1A77-476A-B5A9-388980DE0D61}" dt="2026-03-16T08:10:54.178" v="404" actId="21"/>
          <ac:picMkLst>
            <pc:docMk/>
            <pc:sldMk cId="3202840034" sldId="336"/>
            <ac:picMk id="2" creationId="{0DFFB6F4-7793-2E51-597D-27D4FBFBF4BD}"/>
          </ac:picMkLst>
        </pc:picChg>
        <pc:picChg chg="add mod">
          <ac:chgData name="Linh, Nguyễn Thị Trúc" userId="a2965aa5-3487-4319-b099-a9d8f196d517" providerId="ADAL" clId="{F03C7925-1A77-476A-B5A9-388980DE0D61}" dt="2026-03-16T09:18:34.432" v="417" actId="1036"/>
          <ac:picMkLst>
            <pc:docMk/>
            <pc:sldMk cId="3202840034" sldId="336"/>
            <ac:picMk id="4" creationId="{7C643B2E-B149-CF7A-FFB0-5C6F53C959A7}"/>
          </ac:picMkLst>
        </pc:picChg>
      </pc:sldChg>
      <pc:sldChg chg="addSp delSp modSp mod">
        <pc:chgData name="Linh, Nguyễn Thị Trúc" userId="a2965aa5-3487-4319-b099-a9d8f196d517" providerId="ADAL" clId="{F03C7925-1A77-476A-B5A9-388980DE0D61}" dt="2026-03-16T05:38:37.741" v="305" actId="14100"/>
        <pc:sldMkLst>
          <pc:docMk/>
          <pc:sldMk cId="342575093" sldId="337"/>
        </pc:sldMkLst>
        <pc:graphicFrameChg chg="add del mod">
          <ac:chgData name="Linh, Nguyễn Thị Trúc" userId="a2965aa5-3487-4319-b099-a9d8f196d517" providerId="ADAL" clId="{F03C7925-1A77-476A-B5A9-388980DE0D61}" dt="2026-03-16T05:11:38.107" v="237" actId="21"/>
          <ac:graphicFrameMkLst>
            <pc:docMk/>
            <pc:sldMk cId="342575093" sldId="337"/>
            <ac:graphicFrameMk id="7" creationId="{86A82B31-83DE-4016-AF3E-7FB8464A3BBE}"/>
          </ac:graphicFrameMkLst>
        </pc:graphicFrameChg>
        <pc:graphicFrameChg chg="add del mod">
          <ac:chgData name="Linh, Nguyễn Thị Trúc" userId="a2965aa5-3487-4319-b099-a9d8f196d517" providerId="ADAL" clId="{F03C7925-1A77-476A-B5A9-388980DE0D61}" dt="2026-03-16T05:11:54.702" v="244" actId="21"/>
          <ac:graphicFrameMkLst>
            <pc:docMk/>
            <pc:sldMk cId="342575093" sldId="337"/>
            <ac:graphicFrameMk id="9" creationId="{86A82B31-83DE-4016-AF3E-7FB8464A3BBE}"/>
          </ac:graphicFrameMkLst>
        </pc:graphicFrameChg>
        <pc:graphicFrameChg chg="add del mod">
          <ac:chgData name="Linh, Nguyễn Thị Trúc" userId="a2965aa5-3487-4319-b099-a9d8f196d517" providerId="ADAL" clId="{F03C7925-1A77-476A-B5A9-388980DE0D61}" dt="2026-03-16T05:12:34.874" v="253" actId="21"/>
          <ac:graphicFrameMkLst>
            <pc:docMk/>
            <pc:sldMk cId="342575093" sldId="337"/>
            <ac:graphicFrameMk id="10" creationId="{86A82B31-83DE-4016-AF3E-7FB8464A3BBE}"/>
          </ac:graphicFrameMkLst>
        </pc:graphicFrameChg>
        <pc:graphicFrameChg chg="add del mod">
          <ac:chgData name="Linh, Nguyễn Thị Trúc" userId="a2965aa5-3487-4319-b099-a9d8f196d517" providerId="ADAL" clId="{F03C7925-1A77-476A-B5A9-388980DE0D61}" dt="2026-03-16T05:12:51.086" v="257" actId="21"/>
          <ac:graphicFrameMkLst>
            <pc:docMk/>
            <pc:sldMk cId="342575093" sldId="337"/>
            <ac:graphicFrameMk id="11" creationId="{86A82B31-83DE-4016-AF3E-7FB8464A3BBE}"/>
          </ac:graphicFrameMkLst>
        </pc:graphicFrameChg>
        <pc:graphicFrameChg chg="add del mod">
          <ac:chgData name="Linh, Nguyễn Thị Trúc" userId="a2965aa5-3487-4319-b099-a9d8f196d517" providerId="ADAL" clId="{F03C7925-1A77-476A-B5A9-388980DE0D61}" dt="2026-03-16T05:13:33.656" v="268" actId="21"/>
          <ac:graphicFrameMkLst>
            <pc:docMk/>
            <pc:sldMk cId="342575093" sldId="337"/>
            <ac:graphicFrameMk id="12" creationId="{86A82B31-83DE-4016-AF3E-7FB8464A3BBE}"/>
          </ac:graphicFrameMkLst>
        </pc:graphicFrameChg>
        <pc:picChg chg="del">
          <ac:chgData name="Linh, Nguyễn Thị Trúc" userId="a2965aa5-3487-4319-b099-a9d8f196d517" providerId="ADAL" clId="{F03C7925-1A77-476A-B5A9-388980DE0D61}" dt="2026-03-16T05:11:05.414" v="230" actId="21"/>
          <ac:picMkLst>
            <pc:docMk/>
            <pc:sldMk cId="342575093" sldId="337"/>
            <ac:picMk id="4" creationId="{2B75D245-82CF-5CE7-2337-339E3632C259}"/>
          </ac:picMkLst>
        </pc:picChg>
        <pc:picChg chg="del">
          <ac:chgData name="Linh, Nguyễn Thị Trúc" userId="a2965aa5-3487-4319-b099-a9d8f196d517" providerId="ADAL" clId="{F03C7925-1A77-476A-B5A9-388980DE0D61}" dt="2026-03-16T05:23:07.874" v="287" actId="21"/>
          <ac:picMkLst>
            <pc:docMk/>
            <pc:sldMk cId="342575093" sldId="337"/>
            <ac:picMk id="5" creationId="{3A77A389-6E33-0615-4A33-4C4CAC60272C}"/>
          </ac:picMkLst>
        </pc:picChg>
        <pc:picChg chg="del">
          <ac:chgData name="Linh, Nguyễn Thị Trúc" userId="a2965aa5-3487-4319-b099-a9d8f196d517" providerId="ADAL" clId="{F03C7925-1A77-476A-B5A9-388980DE0D61}" dt="2026-03-16T05:22:02.423" v="282" actId="21"/>
          <ac:picMkLst>
            <pc:docMk/>
            <pc:sldMk cId="342575093" sldId="337"/>
            <ac:picMk id="6" creationId="{BC4792EF-B76E-C04F-DCF8-4382794E70BD}"/>
          </ac:picMkLst>
        </pc:picChg>
        <pc:picChg chg="del">
          <ac:chgData name="Linh, Nguyễn Thị Trúc" userId="a2965aa5-3487-4319-b099-a9d8f196d517" providerId="ADAL" clId="{F03C7925-1A77-476A-B5A9-388980DE0D61}" dt="2026-03-16T05:15:35.863" v="276" actId="21"/>
          <ac:picMkLst>
            <pc:docMk/>
            <pc:sldMk cId="342575093" sldId="337"/>
            <ac:picMk id="8" creationId="{65D44F05-8AB3-2BF1-D101-A919905E467A}"/>
          </ac:picMkLst>
        </pc:picChg>
        <pc:picChg chg="add mod">
          <ac:chgData name="Linh, Nguyễn Thị Trúc" userId="a2965aa5-3487-4319-b099-a9d8f196d517" providerId="ADAL" clId="{F03C7925-1A77-476A-B5A9-388980DE0D61}" dt="2026-03-16T05:13:56.182" v="275" actId="14100"/>
          <ac:picMkLst>
            <pc:docMk/>
            <pc:sldMk cId="342575093" sldId="337"/>
            <ac:picMk id="13" creationId="{12FBB78C-4769-64FE-1505-A0D68EB382F4}"/>
          </ac:picMkLst>
        </pc:picChg>
        <pc:picChg chg="add mod">
          <ac:chgData name="Linh, Nguyễn Thị Trúc" userId="a2965aa5-3487-4319-b099-a9d8f196d517" providerId="ADAL" clId="{F03C7925-1A77-476A-B5A9-388980DE0D61}" dt="2026-03-16T05:23:38.348" v="293" actId="14100"/>
          <ac:picMkLst>
            <pc:docMk/>
            <pc:sldMk cId="342575093" sldId="337"/>
            <ac:picMk id="14" creationId="{F22B223F-FF23-5763-B345-B15DC81CC2D6}"/>
          </ac:picMkLst>
        </pc:picChg>
        <pc:picChg chg="add del mod">
          <ac:chgData name="Linh, Nguyễn Thị Trúc" userId="a2965aa5-3487-4319-b099-a9d8f196d517" providerId="ADAL" clId="{F03C7925-1A77-476A-B5A9-388980DE0D61}" dt="2026-03-16T05:38:12.117" v="300" actId="21"/>
          <ac:picMkLst>
            <pc:docMk/>
            <pc:sldMk cId="342575093" sldId="337"/>
            <ac:picMk id="15" creationId="{80531480-2AC9-696C-D638-27A490B579CB}"/>
          </ac:picMkLst>
        </pc:picChg>
        <pc:picChg chg="add mod">
          <ac:chgData name="Linh, Nguyễn Thị Trúc" userId="a2965aa5-3487-4319-b099-a9d8f196d517" providerId="ADAL" clId="{F03C7925-1A77-476A-B5A9-388980DE0D61}" dt="2026-03-16T05:23:30.993" v="291" actId="14100"/>
          <ac:picMkLst>
            <pc:docMk/>
            <pc:sldMk cId="342575093" sldId="337"/>
            <ac:picMk id="16" creationId="{4B8792EE-A6EC-4FE4-7A1D-0370F0D1A23A}"/>
          </ac:picMkLst>
        </pc:picChg>
        <pc:picChg chg="add mod">
          <ac:chgData name="Linh, Nguyễn Thị Trúc" userId="a2965aa5-3487-4319-b099-a9d8f196d517" providerId="ADAL" clId="{F03C7925-1A77-476A-B5A9-388980DE0D61}" dt="2026-03-16T05:38:37.741" v="305" actId="14100"/>
          <ac:picMkLst>
            <pc:docMk/>
            <pc:sldMk cId="342575093" sldId="337"/>
            <ac:picMk id="17" creationId="{077708E3-63AF-9C38-F8FC-5F88F0F1214F}"/>
          </ac:picMkLst>
        </pc:picChg>
      </pc:sldChg>
      <pc:sldChg chg="addSp delSp modSp mod">
        <pc:chgData name="Linh, Nguyễn Thị Trúc" userId="a2965aa5-3487-4319-b099-a9d8f196d517" providerId="ADAL" clId="{F03C7925-1A77-476A-B5A9-388980DE0D61}" dt="2026-03-16T06:06:01.664" v="347" actId="14100"/>
        <pc:sldMkLst>
          <pc:docMk/>
          <pc:sldMk cId="194630582" sldId="342"/>
        </pc:sldMkLst>
        <pc:graphicFrameChg chg="add del mod">
          <ac:chgData name="Linh, Nguyễn Thị Trúc" userId="a2965aa5-3487-4319-b099-a9d8f196d517" providerId="ADAL" clId="{F03C7925-1A77-476A-B5A9-388980DE0D61}" dt="2026-03-16T06:05:45.698" v="343" actId="21"/>
          <ac:graphicFrameMkLst>
            <pc:docMk/>
            <pc:sldMk cId="194630582" sldId="342"/>
            <ac:graphicFrameMk id="13" creationId="{D7845C5E-C56C-D9F5-37EC-BDE58CB2CBEC}"/>
          </ac:graphicFrameMkLst>
        </pc:graphicFrameChg>
        <pc:picChg chg="add mod">
          <ac:chgData name="Linh, Nguyễn Thị Trúc" userId="a2965aa5-3487-4319-b099-a9d8f196d517" providerId="ADAL" clId="{F03C7925-1A77-476A-B5A9-388980DE0D61}" dt="2026-03-16T05:31:00.114" v="299" actId="14100"/>
          <ac:picMkLst>
            <pc:docMk/>
            <pc:sldMk cId="194630582" sldId="342"/>
            <ac:picMk id="3" creationId="{33D7A30A-150C-85EB-9F9A-83819ED05975}"/>
          </ac:picMkLst>
        </pc:picChg>
        <pc:picChg chg="add del mod">
          <ac:chgData name="Linh, Nguyễn Thị Trúc" userId="a2965aa5-3487-4319-b099-a9d8f196d517" providerId="ADAL" clId="{F03C7925-1A77-476A-B5A9-388980DE0D61}" dt="2026-03-16T05:57:25.324" v="333" actId="21"/>
          <ac:picMkLst>
            <pc:docMk/>
            <pc:sldMk cId="194630582" sldId="342"/>
            <ac:picMk id="4" creationId="{DEAB24C6-A107-5B25-D031-B623C12231F3}"/>
          </ac:picMkLst>
        </pc:picChg>
        <pc:picChg chg="del">
          <ac:chgData name="Linh, Nguyễn Thị Trúc" userId="a2965aa5-3487-4319-b099-a9d8f196d517" providerId="ADAL" clId="{F03C7925-1A77-476A-B5A9-388980DE0D61}" dt="2026-03-16T05:30:38.776" v="294" actId="21"/>
          <ac:picMkLst>
            <pc:docMk/>
            <pc:sldMk cId="194630582" sldId="342"/>
            <ac:picMk id="5" creationId="{6E8DBE5D-970A-65D5-C16B-DCF7B45971EE}"/>
          </ac:picMkLst>
        </pc:picChg>
        <pc:picChg chg="del">
          <ac:chgData name="Linh, Nguyễn Thị Trúc" userId="a2965aa5-3487-4319-b099-a9d8f196d517" providerId="ADAL" clId="{F03C7925-1A77-476A-B5A9-388980DE0D61}" dt="2026-03-16T05:53:27.493" v="328" actId="21"/>
          <ac:picMkLst>
            <pc:docMk/>
            <pc:sldMk cId="194630582" sldId="342"/>
            <ac:picMk id="8" creationId="{62FA84FA-135A-DD1A-B5DE-B935B4986350}"/>
          </ac:picMkLst>
        </pc:picChg>
        <pc:picChg chg="del">
          <ac:chgData name="Linh, Nguyễn Thị Trúc" userId="a2965aa5-3487-4319-b099-a9d8f196d517" providerId="ADAL" clId="{F03C7925-1A77-476A-B5A9-388980DE0D61}" dt="2026-03-16T05:58:04.132" v="339" actId="21"/>
          <ac:picMkLst>
            <pc:docMk/>
            <pc:sldMk cId="194630582" sldId="342"/>
            <ac:picMk id="9" creationId="{C09E7DEF-F350-21F4-D64D-2DE6264F9563}"/>
          </ac:picMkLst>
        </pc:picChg>
        <pc:picChg chg="del">
          <ac:chgData name="Linh, Nguyễn Thị Trúc" userId="a2965aa5-3487-4319-b099-a9d8f196d517" providerId="ADAL" clId="{F03C7925-1A77-476A-B5A9-388980DE0D61}" dt="2026-03-16T05:42:28.860" v="306" actId="21"/>
          <ac:picMkLst>
            <pc:docMk/>
            <pc:sldMk cId="194630582" sldId="342"/>
            <ac:picMk id="10" creationId="{CE040F1C-D472-77B7-11E0-F5533602EDDD}"/>
          </ac:picMkLst>
        </pc:picChg>
        <pc:picChg chg="add mod">
          <ac:chgData name="Linh, Nguyễn Thị Trúc" userId="a2965aa5-3487-4319-b099-a9d8f196d517" providerId="ADAL" clId="{F03C7925-1A77-476A-B5A9-388980DE0D61}" dt="2026-03-16T05:53:43.843" v="332" actId="14100"/>
          <ac:picMkLst>
            <pc:docMk/>
            <pc:sldMk cId="194630582" sldId="342"/>
            <ac:picMk id="11" creationId="{A1025B0D-7EB5-C0D8-192D-A41EDCC60C43}"/>
          </ac:picMkLst>
        </pc:picChg>
        <pc:picChg chg="add mod">
          <ac:chgData name="Linh, Nguyễn Thị Trúc" userId="a2965aa5-3487-4319-b099-a9d8f196d517" providerId="ADAL" clId="{F03C7925-1A77-476A-B5A9-388980DE0D61}" dt="2026-03-16T05:57:49.452" v="338" actId="14100"/>
          <ac:picMkLst>
            <pc:docMk/>
            <pc:sldMk cId="194630582" sldId="342"/>
            <ac:picMk id="12" creationId="{4E8E9949-92DC-0531-E8AE-E7FBDAFAE6F8}"/>
          </ac:picMkLst>
        </pc:picChg>
        <pc:picChg chg="add mod">
          <ac:chgData name="Linh, Nguyễn Thị Trúc" userId="a2965aa5-3487-4319-b099-a9d8f196d517" providerId="ADAL" clId="{F03C7925-1A77-476A-B5A9-388980DE0D61}" dt="2026-03-16T06:06:01.664" v="347" actId="14100"/>
          <ac:picMkLst>
            <pc:docMk/>
            <pc:sldMk cId="194630582" sldId="342"/>
            <ac:picMk id="14" creationId="{C476DFA8-64EB-631C-CA4B-4DA92220B360}"/>
          </ac:picMkLst>
        </pc:picChg>
      </pc:sldChg>
      <pc:sldChg chg="addSp delSp modSp mod">
        <pc:chgData name="Linh, Nguyễn Thị Trúc" userId="a2965aa5-3487-4319-b099-a9d8f196d517" providerId="ADAL" clId="{F03C7925-1A77-476A-B5A9-388980DE0D61}" dt="2026-03-16T07:15:42.712" v="389" actId="14100"/>
        <pc:sldMkLst>
          <pc:docMk/>
          <pc:sldMk cId="1584722520" sldId="345"/>
        </pc:sldMkLst>
        <pc:picChg chg="add mod">
          <ac:chgData name="Linh, Nguyễn Thị Trúc" userId="a2965aa5-3487-4319-b099-a9d8f196d517" providerId="ADAL" clId="{F03C7925-1A77-476A-B5A9-388980DE0D61}" dt="2026-03-16T07:15:42.712" v="389" actId="14100"/>
          <ac:picMkLst>
            <pc:docMk/>
            <pc:sldMk cId="1584722520" sldId="345"/>
            <ac:picMk id="3" creationId="{F93765F4-CC11-B9CE-3845-19538D0C88BF}"/>
          </ac:picMkLst>
        </pc:picChg>
        <pc:picChg chg="del">
          <ac:chgData name="Linh, Nguyễn Thị Trúc" userId="a2965aa5-3487-4319-b099-a9d8f196d517" providerId="ADAL" clId="{F03C7925-1A77-476A-B5A9-388980DE0D61}" dt="2026-03-16T07:14:02.445" v="375" actId="21"/>
          <ac:picMkLst>
            <pc:docMk/>
            <pc:sldMk cId="1584722520" sldId="345"/>
            <ac:picMk id="11" creationId="{EBA9F613-5D33-8D8F-C5D9-9A05C77C0D74}"/>
          </ac:picMkLst>
        </pc:picChg>
      </pc:sldChg>
      <pc:sldChg chg="modSp mod">
        <pc:chgData name="Linh, Nguyễn Thị Trúc" userId="a2965aa5-3487-4319-b099-a9d8f196d517" providerId="ADAL" clId="{F03C7925-1A77-476A-B5A9-388980DE0D61}" dt="2026-03-17T09:26:24.162" v="534" actId="1076"/>
        <pc:sldMkLst>
          <pc:docMk/>
          <pc:sldMk cId="2471557210" sldId="349"/>
        </pc:sldMkLst>
        <pc:picChg chg="mod">
          <ac:chgData name="Linh, Nguyễn Thị Trúc" userId="a2965aa5-3487-4319-b099-a9d8f196d517" providerId="ADAL" clId="{F03C7925-1A77-476A-B5A9-388980DE0D61}" dt="2026-03-17T09:26:24.162" v="534" actId="1076"/>
          <ac:picMkLst>
            <pc:docMk/>
            <pc:sldMk cId="2471557210" sldId="349"/>
            <ac:picMk id="3" creationId="{5C731B5C-D43D-50CC-2891-838D288D75E8}"/>
          </ac:picMkLst>
        </pc:picChg>
      </pc:sldChg>
      <pc:sldChg chg="addSp delSp modSp mod">
        <pc:chgData name="Linh, Nguyễn Thị Trúc" userId="a2965aa5-3487-4319-b099-a9d8f196d517" providerId="ADAL" clId="{F03C7925-1A77-476A-B5A9-388980DE0D61}" dt="2026-03-17T09:25:20.615" v="529" actId="14100"/>
        <pc:sldMkLst>
          <pc:docMk/>
          <pc:sldMk cId="2145222703" sldId="353"/>
        </pc:sldMkLst>
        <pc:spChg chg="del mod">
          <ac:chgData name="Linh, Nguyễn Thị Trúc" userId="a2965aa5-3487-4319-b099-a9d8f196d517" providerId="ADAL" clId="{F03C7925-1A77-476A-B5A9-388980DE0D61}" dt="2026-03-17T09:24:56.505" v="522" actId="21"/>
          <ac:spMkLst>
            <pc:docMk/>
            <pc:sldMk cId="2145222703" sldId="353"/>
            <ac:spMk id="4" creationId="{2A314BEB-4621-B8E2-E2B8-57459FF13C26}"/>
          </ac:spMkLst>
        </pc:spChg>
        <pc:picChg chg="del mod">
          <ac:chgData name="Linh, Nguyễn Thị Trúc" userId="a2965aa5-3487-4319-b099-a9d8f196d517" providerId="ADAL" clId="{F03C7925-1A77-476A-B5A9-388980DE0D61}" dt="2026-03-17T09:24:14.389" v="510" actId="21"/>
          <ac:picMkLst>
            <pc:docMk/>
            <pc:sldMk cId="2145222703" sldId="353"/>
            <ac:picMk id="3" creationId="{6D842896-192D-2A92-C8F8-8C6796EE3D6A}"/>
          </ac:picMkLst>
        </pc:picChg>
        <pc:picChg chg="add mod">
          <ac:chgData name="Linh, Nguyễn Thị Trúc" userId="a2965aa5-3487-4319-b099-a9d8f196d517" providerId="ADAL" clId="{F03C7925-1A77-476A-B5A9-388980DE0D61}" dt="2026-03-17T09:20:43.224" v="508" actId="14100"/>
          <ac:picMkLst>
            <pc:docMk/>
            <pc:sldMk cId="2145222703" sldId="353"/>
            <ac:picMk id="5" creationId="{BAB43E0D-4248-8143-98F9-3BF648DBBA72}"/>
          </ac:picMkLst>
        </pc:picChg>
        <pc:picChg chg="add del mod">
          <ac:chgData name="Linh, Nguyễn Thị Trúc" userId="a2965aa5-3487-4319-b099-a9d8f196d517" providerId="ADAL" clId="{F03C7925-1A77-476A-B5A9-388980DE0D61}" dt="2026-03-17T09:24:21.548" v="513" actId="21"/>
          <ac:picMkLst>
            <pc:docMk/>
            <pc:sldMk cId="2145222703" sldId="353"/>
            <ac:picMk id="7" creationId="{6D842896-192D-2A92-C8F8-8C6796EE3D6A}"/>
          </ac:picMkLst>
        </pc:picChg>
        <pc:picChg chg="add mod">
          <ac:chgData name="Linh, Nguyễn Thị Trúc" userId="a2965aa5-3487-4319-b099-a9d8f196d517" providerId="ADAL" clId="{F03C7925-1A77-476A-B5A9-388980DE0D61}" dt="2026-03-17T09:25:20.615" v="529" actId="14100"/>
          <ac:picMkLst>
            <pc:docMk/>
            <pc:sldMk cId="2145222703" sldId="353"/>
            <ac:picMk id="8" creationId="{72AD4383-1066-E916-5A3E-E9A9209FC800}"/>
          </ac:picMkLst>
        </pc:picChg>
        <pc:picChg chg="del">
          <ac:chgData name="Linh, Nguyễn Thị Trúc" userId="a2965aa5-3487-4319-b099-a9d8f196d517" providerId="ADAL" clId="{F03C7925-1A77-476A-B5A9-388980DE0D61}" dt="2026-03-17T09:19:37.161" v="486" actId="21"/>
          <ac:picMkLst>
            <pc:docMk/>
            <pc:sldMk cId="2145222703" sldId="353"/>
            <ac:picMk id="11" creationId="{6CED8FA0-939C-3CA1-F473-0FA67C6E0C99}"/>
          </ac:picMkLst>
        </pc:picChg>
        <pc:cxnChg chg="del">
          <ac:chgData name="Linh, Nguyễn Thị Trúc" userId="a2965aa5-3487-4319-b099-a9d8f196d517" providerId="ADAL" clId="{F03C7925-1A77-476A-B5A9-388980DE0D61}" dt="2026-03-17T09:25:08.789" v="526" actId="21"/>
          <ac:cxnSpMkLst>
            <pc:docMk/>
            <pc:sldMk cId="2145222703" sldId="353"/>
            <ac:cxnSpMk id="13" creationId="{977585FB-374F-815C-95FE-14B986A2DC73}"/>
          </ac:cxnSpMkLst>
        </pc:cxnChg>
      </pc:sldChg>
      <pc:sldChg chg="addSp delSp modSp mod">
        <pc:chgData name="Linh, Nguyễn Thị Trúc" userId="a2965aa5-3487-4319-b099-a9d8f196d517" providerId="ADAL" clId="{F03C7925-1A77-476A-B5A9-388980DE0D61}" dt="2026-03-16T06:52:23.392" v="374" actId="14100"/>
        <pc:sldMkLst>
          <pc:docMk/>
          <pc:sldMk cId="4030185368" sldId="355"/>
        </pc:sldMkLst>
        <pc:picChg chg="del">
          <ac:chgData name="Linh, Nguyễn Thị Trúc" userId="a2965aa5-3487-4319-b099-a9d8f196d517" providerId="ADAL" clId="{F03C7925-1A77-476A-B5A9-388980DE0D61}" dt="2026-03-16T06:51:27.121" v="362" actId="21"/>
          <ac:picMkLst>
            <pc:docMk/>
            <pc:sldMk cId="4030185368" sldId="355"/>
            <ac:picMk id="2" creationId="{338EFA28-261D-B085-937D-A9700A07A81E}"/>
          </ac:picMkLst>
        </pc:picChg>
        <pc:picChg chg="add mod">
          <ac:chgData name="Linh, Nguyễn Thị Trúc" userId="a2965aa5-3487-4319-b099-a9d8f196d517" providerId="ADAL" clId="{F03C7925-1A77-476A-B5A9-388980DE0D61}" dt="2026-03-16T06:52:20.608" v="373" actId="14100"/>
          <ac:picMkLst>
            <pc:docMk/>
            <pc:sldMk cId="4030185368" sldId="355"/>
            <ac:picMk id="3" creationId="{578627E2-FBC1-8B10-0EFA-CE5AD65DE6D8}"/>
          </ac:picMkLst>
        </pc:picChg>
        <pc:picChg chg="del">
          <ac:chgData name="Linh, Nguyễn Thị Trúc" userId="a2965aa5-3487-4319-b099-a9d8f196d517" providerId="ADAL" clId="{F03C7925-1A77-476A-B5A9-388980DE0D61}" dt="2026-03-16T06:51:55.433" v="368" actId="21"/>
          <ac:picMkLst>
            <pc:docMk/>
            <pc:sldMk cId="4030185368" sldId="355"/>
            <ac:picMk id="4" creationId="{663E3F70-2640-0F65-DE77-C6D2E40F6E7B}"/>
          </ac:picMkLst>
        </pc:picChg>
        <pc:picChg chg="add mod">
          <ac:chgData name="Linh, Nguyễn Thị Trúc" userId="a2965aa5-3487-4319-b099-a9d8f196d517" providerId="ADAL" clId="{F03C7925-1A77-476A-B5A9-388980DE0D61}" dt="2026-03-16T06:52:23.392" v="374" actId="14100"/>
          <ac:picMkLst>
            <pc:docMk/>
            <pc:sldMk cId="4030185368" sldId="355"/>
            <ac:picMk id="8" creationId="{F47153E3-1436-4067-6218-79356DB861E5}"/>
          </ac:picMkLst>
        </pc:picChg>
      </pc:sldChg>
      <pc:sldChg chg="addSp delSp modSp mod">
        <pc:chgData name="Linh, Nguyễn Thị Trúc" userId="a2965aa5-3487-4319-b099-a9d8f196d517" providerId="ADAL" clId="{F03C7925-1A77-476A-B5A9-388980DE0D61}" dt="2026-03-17T09:13:50.851" v="485" actId="1036"/>
        <pc:sldMkLst>
          <pc:docMk/>
          <pc:sldMk cId="454687909" sldId="358"/>
        </pc:sldMkLst>
        <pc:graphicFrameChg chg="add del mod">
          <ac:chgData name="Linh, Nguyễn Thị Trúc" userId="a2965aa5-3487-4319-b099-a9d8f196d517" providerId="ADAL" clId="{F03C7925-1A77-476A-B5A9-388980DE0D61}" dt="2026-03-17T08:56:14.260" v="435" actId="21"/>
          <ac:graphicFrameMkLst>
            <pc:docMk/>
            <pc:sldMk cId="454687909" sldId="358"/>
            <ac:graphicFrameMk id="6" creationId="{E1ED2724-DFF0-78FA-BA96-847B1D3FC6D4}"/>
          </ac:graphicFrameMkLst>
        </pc:graphicFrameChg>
        <pc:picChg chg="add del mod">
          <ac:chgData name="Linh, Nguyễn Thị Trúc" userId="a2965aa5-3487-4319-b099-a9d8f196d517" providerId="ADAL" clId="{F03C7925-1A77-476A-B5A9-388980DE0D61}" dt="2026-03-17T08:55:52.534" v="431" actId="21"/>
          <ac:picMkLst>
            <pc:docMk/>
            <pc:sldMk cId="454687909" sldId="358"/>
            <ac:picMk id="2" creationId="{38C63202-8A91-B523-DA10-7D62CC8CEB48}"/>
          </ac:picMkLst>
        </pc:picChg>
        <pc:picChg chg="add del">
          <ac:chgData name="Linh, Nguyễn Thị Trúc" userId="a2965aa5-3487-4319-b099-a9d8f196d517" providerId="ADAL" clId="{F03C7925-1A77-476A-B5A9-388980DE0D61}" dt="2026-03-17T08:56:05.538" v="433" actId="21"/>
          <ac:picMkLst>
            <pc:docMk/>
            <pc:sldMk cId="454687909" sldId="358"/>
            <ac:picMk id="3" creationId="{6FB5AB54-0638-5695-1F30-A9C9DC5978A6}"/>
          </ac:picMkLst>
        </pc:picChg>
        <pc:picChg chg="del">
          <ac:chgData name="Linh, Nguyễn Thị Trúc" userId="a2965aa5-3487-4319-b099-a9d8f196d517" providerId="ADAL" clId="{F03C7925-1A77-476A-B5A9-388980DE0D61}" dt="2026-03-17T08:55:27.544" v="425" actId="21"/>
          <ac:picMkLst>
            <pc:docMk/>
            <pc:sldMk cId="454687909" sldId="358"/>
            <ac:picMk id="4" creationId="{12BE2394-B34B-FEEF-6011-497F2E716FE6}"/>
          </ac:picMkLst>
        </pc:picChg>
        <pc:picChg chg="add mod">
          <ac:chgData name="Linh, Nguyễn Thị Trúc" userId="a2965aa5-3487-4319-b099-a9d8f196d517" providerId="ADAL" clId="{F03C7925-1A77-476A-B5A9-388980DE0D61}" dt="2026-03-17T09:13:50.851" v="485" actId="1036"/>
          <ac:picMkLst>
            <pc:docMk/>
            <pc:sldMk cId="454687909" sldId="358"/>
            <ac:picMk id="8" creationId="{7378EEAB-FADF-F082-0901-21E74FA80D2E}"/>
          </ac:picMkLst>
        </pc:picChg>
      </pc:sldChg>
      <pc:sldChg chg="addSp delSp modSp mod">
        <pc:chgData name="Linh, Nguyễn Thị Trúc" userId="a2965aa5-3487-4319-b099-a9d8f196d517" providerId="ADAL" clId="{F03C7925-1A77-476A-B5A9-388980DE0D61}" dt="2026-03-16T07:15:33.615" v="388" actId="14100"/>
        <pc:sldMkLst>
          <pc:docMk/>
          <pc:sldMk cId="2587178255" sldId="486"/>
        </pc:sldMkLst>
        <pc:graphicFrameChg chg="add del mod modGraphic">
          <ac:chgData name="Linh, Nguyễn Thị Trúc" userId="a2965aa5-3487-4319-b099-a9d8f196d517" providerId="ADAL" clId="{F03C7925-1A77-476A-B5A9-388980DE0D61}" dt="2026-03-16T07:15:18.739" v="384" actId="21"/>
          <ac:graphicFrameMkLst>
            <pc:docMk/>
            <pc:sldMk cId="2587178255" sldId="486"/>
            <ac:graphicFrameMk id="5" creationId="{8F7C0703-136E-4FC6-909B-23E57EC810A2}"/>
          </ac:graphicFrameMkLst>
        </pc:graphicFrameChg>
        <pc:picChg chg="del">
          <ac:chgData name="Linh, Nguyễn Thị Trúc" userId="a2965aa5-3487-4319-b099-a9d8f196d517" providerId="ADAL" clId="{F03C7925-1A77-476A-B5A9-388980DE0D61}" dt="2026-03-16T07:15:04.455" v="381" actId="21"/>
          <ac:picMkLst>
            <pc:docMk/>
            <pc:sldMk cId="2587178255" sldId="486"/>
            <ac:picMk id="4" creationId="{D0EA15BE-8D90-5E17-A859-3BE33C1930A5}"/>
          </ac:picMkLst>
        </pc:picChg>
        <pc:picChg chg="add mod">
          <ac:chgData name="Linh, Nguyễn Thị Trúc" userId="a2965aa5-3487-4319-b099-a9d8f196d517" providerId="ADAL" clId="{F03C7925-1A77-476A-B5A9-388980DE0D61}" dt="2026-03-16T07:15:33.615" v="388" actId="14100"/>
          <ac:picMkLst>
            <pc:docMk/>
            <pc:sldMk cId="2587178255" sldId="486"/>
            <ac:picMk id="6" creationId="{745CF0B0-83F3-EF43-81D0-2C89823C4148}"/>
          </ac:picMkLst>
        </pc:picChg>
      </pc:sldChg>
      <pc:sldChg chg="addSp delSp modSp mod">
        <pc:chgData name="Linh, Nguyễn Thị Trúc" userId="a2965aa5-3487-4319-b099-a9d8f196d517" providerId="ADAL" clId="{F03C7925-1A77-476A-B5A9-388980DE0D61}" dt="2026-03-16T07:17:38.175" v="397" actId="14100"/>
        <pc:sldMkLst>
          <pc:docMk/>
          <pc:sldMk cId="1776753333" sldId="488"/>
        </pc:sldMkLst>
        <pc:picChg chg="del">
          <ac:chgData name="Linh, Nguyễn Thị Trúc" userId="a2965aa5-3487-4319-b099-a9d8f196d517" providerId="ADAL" clId="{F03C7925-1A77-476A-B5A9-388980DE0D61}" dt="2026-03-16T07:16:29.954" v="390" actId="21"/>
          <ac:picMkLst>
            <pc:docMk/>
            <pc:sldMk cId="1776753333" sldId="488"/>
            <ac:picMk id="4" creationId="{89288615-24F8-682B-1C25-656FF73833A1}"/>
          </ac:picMkLst>
        </pc:picChg>
        <pc:picChg chg="add mod">
          <ac:chgData name="Linh, Nguyễn Thị Trúc" userId="a2965aa5-3487-4319-b099-a9d8f196d517" providerId="ADAL" clId="{F03C7925-1A77-476A-B5A9-388980DE0D61}" dt="2026-03-16T07:17:38.175" v="397" actId="14100"/>
          <ac:picMkLst>
            <pc:docMk/>
            <pc:sldMk cId="1776753333" sldId="488"/>
            <ac:picMk id="5" creationId="{493B4264-B795-7F21-1DF2-3CE6659F5EE1}"/>
          </ac:picMkLst>
        </pc:picChg>
      </pc:sldChg>
      <pc:sldChg chg="addSp delSp modSp mod">
        <pc:chgData name="Linh, Nguyễn Thị Trúc" userId="a2965aa5-3487-4319-b099-a9d8f196d517" providerId="ADAL" clId="{F03C7925-1A77-476A-B5A9-388980DE0D61}" dt="2026-03-16T07:19:02.032" v="403" actId="14100"/>
        <pc:sldMkLst>
          <pc:docMk/>
          <pc:sldMk cId="1349781471" sldId="489"/>
        </pc:sldMkLst>
        <pc:picChg chg="del">
          <ac:chgData name="Linh, Nguyễn Thị Trúc" userId="a2965aa5-3487-4319-b099-a9d8f196d517" providerId="ADAL" clId="{F03C7925-1A77-476A-B5A9-388980DE0D61}" dt="2026-03-16T07:18:38.712" v="398" actId="21"/>
          <ac:picMkLst>
            <pc:docMk/>
            <pc:sldMk cId="1349781471" sldId="489"/>
            <ac:picMk id="4" creationId="{400DCD8A-4CBB-2DC1-1F25-49EBEF254106}"/>
          </ac:picMkLst>
        </pc:picChg>
        <pc:picChg chg="add mod">
          <ac:chgData name="Linh, Nguyễn Thị Trúc" userId="a2965aa5-3487-4319-b099-a9d8f196d517" providerId="ADAL" clId="{F03C7925-1A77-476A-B5A9-388980DE0D61}" dt="2026-03-16T07:19:02.032" v="403" actId="14100"/>
          <ac:picMkLst>
            <pc:docMk/>
            <pc:sldMk cId="1349781471" sldId="489"/>
            <ac:picMk id="5" creationId="{25E2D98C-8C26-18C4-6CDB-26720D29F5B3}"/>
          </ac:picMkLst>
        </pc:picChg>
      </pc:sldChg>
      <pc:sldChg chg="modSp mod">
        <pc:chgData name="Linh, Nguyễn Thị Trúc" userId="a2965aa5-3487-4319-b099-a9d8f196d517" providerId="ADAL" clId="{F03C7925-1A77-476A-B5A9-388980DE0D61}" dt="2026-03-16T04:30:43.652" v="74" actId="20577"/>
        <pc:sldMkLst>
          <pc:docMk/>
          <pc:sldMk cId="2226864413" sldId="492"/>
        </pc:sldMkLst>
        <pc:spChg chg="mod">
          <ac:chgData name="Linh, Nguyễn Thị Trúc" userId="a2965aa5-3487-4319-b099-a9d8f196d517" providerId="ADAL" clId="{F03C7925-1A77-476A-B5A9-388980DE0D61}" dt="2026-03-16T04:30:43.652" v="74" actId="20577"/>
          <ac:spMkLst>
            <pc:docMk/>
            <pc:sldMk cId="2226864413" sldId="492"/>
            <ac:spMk id="17" creationId="{974AFED0-E116-C28D-4227-66F3345B7596}"/>
          </ac:spMkLst>
        </pc:spChg>
      </pc:sldChg>
      <pc:sldChg chg="addSp delSp modSp mod">
        <pc:chgData name="Linh, Nguyễn Thị Trúc" userId="a2965aa5-3487-4319-b099-a9d8f196d517" providerId="ADAL" clId="{F03C7925-1A77-476A-B5A9-388980DE0D61}" dt="2026-03-16T06:50:31.442" v="361" actId="14100"/>
        <pc:sldMkLst>
          <pc:docMk/>
          <pc:sldMk cId="3910338193" sldId="493"/>
        </pc:sldMkLst>
        <pc:picChg chg="add mod">
          <ac:chgData name="Linh, Nguyễn Thị Trúc" userId="a2965aa5-3487-4319-b099-a9d8f196d517" providerId="ADAL" clId="{F03C7925-1A77-476A-B5A9-388980DE0D61}" dt="2026-03-16T06:31:33.749" v="352" actId="14100"/>
          <ac:picMkLst>
            <pc:docMk/>
            <pc:sldMk cId="3910338193" sldId="493"/>
            <ac:picMk id="3" creationId="{0BC176DE-0BD7-C7E1-60CB-5F0847D941EC}"/>
          </ac:picMkLst>
        </pc:picChg>
        <pc:picChg chg="add mod">
          <ac:chgData name="Linh, Nguyễn Thị Trúc" userId="a2965aa5-3487-4319-b099-a9d8f196d517" providerId="ADAL" clId="{F03C7925-1A77-476A-B5A9-388980DE0D61}" dt="2026-03-16T06:48:14.611" v="357" actId="14100"/>
          <ac:picMkLst>
            <pc:docMk/>
            <pc:sldMk cId="3910338193" sldId="493"/>
            <ac:picMk id="4" creationId="{08B37B85-714F-28F0-C6BC-95C75941FE86}"/>
          </ac:picMkLst>
        </pc:picChg>
        <pc:picChg chg="del">
          <ac:chgData name="Linh, Nguyễn Thị Trúc" userId="a2965aa5-3487-4319-b099-a9d8f196d517" providerId="ADAL" clId="{F03C7925-1A77-476A-B5A9-388980DE0D61}" dt="2026-03-16T06:31:18.567" v="348" actId="21"/>
          <ac:picMkLst>
            <pc:docMk/>
            <pc:sldMk cId="3910338193" sldId="493"/>
            <ac:picMk id="5" creationId="{23AC2B9C-1A03-DF18-E3F9-2F458E0E9738}"/>
          </ac:picMkLst>
        </pc:picChg>
        <pc:picChg chg="del">
          <ac:chgData name="Linh, Nguyễn Thị Trúc" userId="a2965aa5-3487-4319-b099-a9d8f196d517" providerId="ADAL" clId="{F03C7925-1A77-476A-B5A9-388980DE0D61}" dt="2026-03-16T06:47:58.067" v="353" actId="21"/>
          <ac:picMkLst>
            <pc:docMk/>
            <pc:sldMk cId="3910338193" sldId="493"/>
            <ac:picMk id="8" creationId="{19E59FBF-F161-EC5D-D957-EA3F1D4586D7}"/>
          </ac:picMkLst>
        </pc:picChg>
        <pc:picChg chg="del">
          <ac:chgData name="Linh, Nguyễn Thị Trúc" userId="a2965aa5-3487-4319-b099-a9d8f196d517" providerId="ADAL" clId="{F03C7925-1A77-476A-B5A9-388980DE0D61}" dt="2026-03-16T06:50:16.479" v="358" actId="21"/>
          <ac:picMkLst>
            <pc:docMk/>
            <pc:sldMk cId="3910338193" sldId="493"/>
            <ac:picMk id="9" creationId="{30631174-4F43-2138-9902-37354E7F72FE}"/>
          </ac:picMkLst>
        </pc:picChg>
        <pc:picChg chg="add mod">
          <ac:chgData name="Linh, Nguyễn Thị Trúc" userId="a2965aa5-3487-4319-b099-a9d8f196d517" providerId="ADAL" clId="{F03C7925-1A77-476A-B5A9-388980DE0D61}" dt="2026-03-16T06:50:31.442" v="361" actId="14100"/>
          <ac:picMkLst>
            <pc:docMk/>
            <pc:sldMk cId="3910338193" sldId="493"/>
            <ac:picMk id="10" creationId="{D0DB8D65-814D-82DE-FB2E-3A24FB1A1674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rgbClr val="119303"/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rgbClr val="119303"/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rgbClr val="119303"/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4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D026E-F0EF-0AEF-4B10-6553BDE41C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60" cy="498056"/>
          </a:xfrm>
          <a:prstGeom prst="rect">
            <a:avLst/>
          </a:prstGeom>
        </p:spPr>
        <p:txBody>
          <a:bodyPr vert="horz" lIns="95563" tIns="47781" rIns="95563" bIns="47781" rtlCol="0"/>
          <a:lstStyle>
            <a:lvl1pPr algn="l">
              <a:defRPr sz="1300"/>
            </a:lvl1pPr>
          </a:lstStyle>
          <a:p>
            <a:r>
              <a:rPr lang="en-US"/>
              <a:t>61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4E2CAC-5EAD-BFEF-B4DF-99679D5335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60" cy="498056"/>
          </a:xfrm>
          <a:prstGeom prst="rect">
            <a:avLst/>
          </a:prstGeom>
        </p:spPr>
        <p:txBody>
          <a:bodyPr vert="horz" lIns="95563" tIns="47781" rIns="95563" bIns="47781" rtlCol="0"/>
          <a:lstStyle>
            <a:lvl1pPr algn="r">
              <a:defRPr sz="1300"/>
            </a:lvl1pPr>
          </a:lstStyle>
          <a:p>
            <a:fld id="{DFBDB83E-0D1C-49EF-A89A-B984A365B8AA}" type="datetime1">
              <a:rPr lang="en-US" smtClean="0"/>
              <a:t>17/03/2026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C6E7D3-074A-F063-1DAB-7976073CB7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60" cy="498054"/>
          </a:xfrm>
          <a:prstGeom prst="rect">
            <a:avLst/>
          </a:prstGeom>
        </p:spPr>
        <p:txBody>
          <a:bodyPr vert="horz" lIns="95563" tIns="47781" rIns="95563" bIns="47781" rtlCol="0" anchor="b"/>
          <a:lstStyle>
            <a:lvl1pPr algn="l">
              <a:defRPr sz="1300"/>
            </a:lvl1pPr>
          </a:lstStyle>
          <a:p>
            <a:r>
              <a:rPr lang="en-US"/>
              <a:t>65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7AF7B-2171-CC4C-C008-5440A9C71B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60" cy="498054"/>
          </a:xfrm>
          <a:prstGeom prst="rect">
            <a:avLst/>
          </a:prstGeom>
        </p:spPr>
        <p:txBody>
          <a:bodyPr vert="horz" lIns="95563" tIns="47781" rIns="95563" bIns="47781" rtlCol="0" anchor="b"/>
          <a:lstStyle>
            <a:lvl1pPr algn="r">
              <a:defRPr sz="1300"/>
            </a:lvl1pPr>
          </a:lstStyle>
          <a:p>
            <a:fld id="{134E3D18-FA13-4B19-AB93-DDC6F23CF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842097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5563" tIns="47781" rIns="95563" bIns="47781"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48" tIns="95548" rIns="95548" bIns="95548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D5B93-14A8-3426-4FC6-663D5561C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99F722-9D8B-0568-3D3D-43851E532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5FCBE-2E82-D43E-C1A1-CBD501E44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81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958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Hiện tại %LNST/Doanh thu là 4.68%, nếu không add tăng giá 5% thì %LNST/DT là: 5.72%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549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603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314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AA319-2D1A-FCB6-E5E6-64B16D872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40FF72-0692-AAAE-F816-505AA788E4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BD7A02-9B3D-0823-7BB6-18398357F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5197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en-US" sz="1200"/>
              <a:t>12/2025 : Quản </a:t>
            </a:r>
            <a:r>
              <a:rPr lang="en-US" sz="1200" err="1"/>
              <a:t>lý</a:t>
            </a:r>
            <a:r>
              <a:rPr lang="en-US" sz="1200"/>
              <a:t> Kho : 5 </a:t>
            </a:r>
            <a:r>
              <a:rPr lang="en-US" sz="1200" err="1"/>
              <a:t>kUSD</a:t>
            </a:r>
            <a:r>
              <a:rPr lang="en-US" sz="1200"/>
              <a:t>/</a:t>
            </a:r>
            <a:r>
              <a:rPr lang="en-US" sz="1200" err="1"/>
              <a:t>tháng</a:t>
            </a:r>
            <a:endParaRPr lang="en-US" sz="1200"/>
          </a:p>
          <a:p>
            <a:pPr marL="147593" indent="0">
              <a:buNone/>
            </a:pPr>
            <a:r>
              <a:rPr lang="en-US" sz="1200"/>
              <a:t>01/2026 : 1 IT</a:t>
            </a:r>
            <a:r>
              <a:rPr lang="en-US">
                <a:effectLst/>
              </a:rPr>
              <a:t> : 7.5 </a:t>
            </a:r>
            <a:r>
              <a:rPr lang="en-US" err="1">
                <a:effectLst/>
              </a:rPr>
              <a:t>kUSD</a:t>
            </a:r>
            <a:r>
              <a:rPr lang="en-US">
                <a:effectLst/>
              </a:rPr>
              <a:t>/</a:t>
            </a:r>
            <a:r>
              <a:rPr lang="en-US" err="1">
                <a:effectLst/>
              </a:rPr>
              <a:t>tháng</a:t>
            </a:r>
            <a:endParaRPr lang="en-US" sz="1200"/>
          </a:p>
          <a:p>
            <a:pPr marL="147593" indent="0">
              <a:buNone/>
            </a:pPr>
            <a:r>
              <a:rPr lang="en-US" sz="1200"/>
              <a:t>12/2025 : 1 Enge-Auto: 10 </a:t>
            </a:r>
            <a:r>
              <a:rPr lang="en-US" sz="1200" err="1"/>
              <a:t>kUSD</a:t>
            </a:r>
            <a:r>
              <a:rPr lang="en-US" sz="1200"/>
              <a:t>/</a:t>
            </a:r>
            <a:r>
              <a:rPr lang="en-US" sz="1200" err="1"/>
              <a:t>tháng</a:t>
            </a:r>
            <a:r>
              <a:rPr lang="en-US" sz="1200"/>
              <a:t> </a:t>
            </a:r>
          </a:p>
          <a:p>
            <a:pPr marL="147593" indent="0">
              <a:buNone/>
            </a:pPr>
            <a:r>
              <a:rPr lang="da-DK" sz="1200"/>
              <a:t>03/2026 : 1 CSR :  6 kUSD/tháng</a:t>
            </a:r>
          </a:p>
          <a:p>
            <a:pPr marL="147593" indent="0">
              <a:buNone/>
            </a:pPr>
            <a:r>
              <a:rPr lang="da-DK" sz="1200"/>
              <a:t>07/2026: 1 Sale man</a:t>
            </a:r>
            <a:r>
              <a:rPr lang="da-DK">
                <a:effectLst/>
              </a:rPr>
              <a:t> : 10 kUSD/tháng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2751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FD278-A84D-4A61-AEB7-7DD441691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B2CF6-2B37-1261-DC7C-834A5A5D3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59094B-2734-CADD-8CFA-CB810C5CA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Note: Chi </a:t>
            </a:r>
            <a:r>
              <a:rPr lang="en-US" err="1"/>
              <a:t>phí</a:t>
            </a:r>
            <a:r>
              <a:rPr lang="en-US"/>
              <a:t> </a:t>
            </a:r>
            <a:r>
              <a:rPr lang="en-US" err="1"/>
              <a:t>ngoài</a:t>
            </a:r>
            <a:r>
              <a:rPr lang="en-US"/>
              <a:t> </a:t>
            </a:r>
            <a:r>
              <a:rPr lang="en-US" err="1"/>
              <a:t>giờ</a:t>
            </a:r>
            <a:r>
              <a:rPr lang="en-US"/>
              <a:t> </a:t>
            </a:r>
            <a:r>
              <a:rPr lang="en-US" err="1"/>
              <a:t>nhóm</a:t>
            </a:r>
            <a:r>
              <a:rPr lang="en-US"/>
              <a:t> </a:t>
            </a:r>
            <a:r>
              <a:rPr lang="en-US" err="1"/>
              <a:t>lao</a:t>
            </a:r>
            <a:r>
              <a:rPr lang="en-US"/>
              <a:t> </a:t>
            </a:r>
            <a:r>
              <a:rPr lang="en-US" err="1"/>
              <a:t>động</a:t>
            </a:r>
            <a:r>
              <a:rPr lang="en-US"/>
              <a:t> </a:t>
            </a:r>
            <a:r>
              <a:rPr lang="en-US" err="1"/>
              <a:t>phổ</a:t>
            </a:r>
            <a:r>
              <a:rPr lang="en-US"/>
              <a:t> </a:t>
            </a:r>
            <a:r>
              <a:rPr lang="en-US" err="1"/>
              <a:t>thông</a:t>
            </a:r>
            <a:r>
              <a:rPr lang="en-US"/>
              <a:t>: 234 </a:t>
            </a:r>
            <a:r>
              <a:rPr lang="en-US" err="1"/>
              <a:t>kUSD</a:t>
            </a:r>
            <a:r>
              <a:rPr lang="en-US"/>
              <a:t>.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tính</a:t>
            </a:r>
            <a:r>
              <a:rPr lang="en-US"/>
              <a:t> </a:t>
            </a:r>
            <a:r>
              <a:rPr lang="en-US" err="1"/>
              <a:t>vào</a:t>
            </a:r>
            <a:r>
              <a:rPr lang="en-US"/>
              <a:t> </a:t>
            </a:r>
            <a:r>
              <a:rPr lang="en-US" err="1"/>
              <a:t>OpEx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812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E9385-9A1A-2B34-8F7B-77C943556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16E3D5-6411-D16B-2C40-BAB6293514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2EDA34-D6B0-E6E7-08D4-156755AE64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Note: Chi </a:t>
            </a:r>
            <a:r>
              <a:rPr lang="en-US" err="1"/>
              <a:t>phí</a:t>
            </a:r>
            <a:r>
              <a:rPr lang="en-US"/>
              <a:t> </a:t>
            </a:r>
            <a:r>
              <a:rPr lang="en-US" err="1"/>
              <a:t>ngoài</a:t>
            </a:r>
            <a:r>
              <a:rPr lang="en-US"/>
              <a:t> </a:t>
            </a:r>
            <a:r>
              <a:rPr lang="en-US" err="1"/>
              <a:t>giờ</a:t>
            </a:r>
            <a:r>
              <a:rPr lang="en-US"/>
              <a:t> </a:t>
            </a:r>
            <a:r>
              <a:rPr lang="en-US" err="1"/>
              <a:t>nhóm</a:t>
            </a:r>
            <a:r>
              <a:rPr lang="en-US"/>
              <a:t> </a:t>
            </a:r>
            <a:r>
              <a:rPr lang="en-US" err="1"/>
              <a:t>lao</a:t>
            </a:r>
            <a:r>
              <a:rPr lang="en-US"/>
              <a:t> </a:t>
            </a:r>
            <a:r>
              <a:rPr lang="en-US" err="1"/>
              <a:t>động</a:t>
            </a:r>
            <a:r>
              <a:rPr lang="en-US"/>
              <a:t> </a:t>
            </a:r>
            <a:r>
              <a:rPr lang="en-US" err="1"/>
              <a:t>phổ</a:t>
            </a:r>
            <a:r>
              <a:rPr lang="en-US"/>
              <a:t> </a:t>
            </a:r>
            <a:r>
              <a:rPr lang="en-US" err="1"/>
              <a:t>thông</a:t>
            </a:r>
            <a:r>
              <a:rPr lang="en-US"/>
              <a:t>: 234 </a:t>
            </a:r>
            <a:r>
              <a:rPr lang="en-US" err="1"/>
              <a:t>kUSD</a:t>
            </a:r>
            <a:r>
              <a:rPr lang="en-US"/>
              <a:t>.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tính</a:t>
            </a:r>
            <a:r>
              <a:rPr lang="en-US"/>
              <a:t> </a:t>
            </a:r>
            <a:r>
              <a:rPr lang="en-US" err="1"/>
              <a:t>vào</a:t>
            </a:r>
            <a:r>
              <a:rPr lang="en-US"/>
              <a:t> </a:t>
            </a:r>
            <a:r>
              <a:rPr lang="en-US" err="1"/>
              <a:t>OpEx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3057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91052-28CC-380F-0584-9BA128090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489AC8-58A0-E648-3EC1-346DC1B1B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6EDEA6-8D16-2222-A38A-990287E28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Note: Chi </a:t>
            </a:r>
            <a:r>
              <a:rPr lang="en-US" err="1"/>
              <a:t>phí</a:t>
            </a:r>
            <a:r>
              <a:rPr lang="en-US"/>
              <a:t> </a:t>
            </a:r>
            <a:r>
              <a:rPr lang="en-US" err="1"/>
              <a:t>ngoài</a:t>
            </a:r>
            <a:r>
              <a:rPr lang="en-US"/>
              <a:t> </a:t>
            </a:r>
            <a:r>
              <a:rPr lang="en-US" err="1"/>
              <a:t>giờ</a:t>
            </a:r>
            <a:r>
              <a:rPr lang="en-US"/>
              <a:t> </a:t>
            </a:r>
            <a:r>
              <a:rPr lang="en-US" err="1"/>
              <a:t>nhóm</a:t>
            </a:r>
            <a:r>
              <a:rPr lang="en-US"/>
              <a:t> </a:t>
            </a:r>
            <a:r>
              <a:rPr lang="en-US" err="1"/>
              <a:t>lao</a:t>
            </a:r>
            <a:r>
              <a:rPr lang="en-US"/>
              <a:t> </a:t>
            </a:r>
            <a:r>
              <a:rPr lang="en-US" err="1"/>
              <a:t>động</a:t>
            </a:r>
            <a:r>
              <a:rPr lang="en-US"/>
              <a:t> </a:t>
            </a:r>
            <a:r>
              <a:rPr lang="en-US" err="1"/>
              <a:t>phổ</a:t>
            </a:r>
            <a:r>
              <a:rPr lang="en-US"/>
              <a:t> </a:t>
            </a:r>
            <a:r>
              <a:rPr lang="en-US" err="1"/>
              <a:t>thông</a:t>
            </a:r>
            <a:r>
              <a:rPr lang="en-US"/>
              <a:t>: 234 </a:t>
            </a:r>
            <a:r>
              <a:rPr lang="en-US" err="1"/>
              <a:t>kUSD</a:t>
            </a:r>
            <a:r>
              <a:rPr lang="en-US"/>
              <a:t>.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tính</a:t>
            </a:r>
            <a:r>
              <a:rPr lang="en-US"/>
              <a:t> </a:t>
            </a:r>
            <a:r>
              <a:rPr lang="en-US" err="1"/>
              <a:t>vào</a:t>
            </a:r>
            <a:r>
              <a:rPr lang="en-US"/>
              <a:t> </a:t>
            </a:r>
            <a:r>
              <a:rPr lang="en-US" err="1"/>
              <a:t>OpEx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5181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% Capex/Doanh </a:t>
            </a:r>
            <a:r>
              <a:rPr lang="en-US" err="1"/>
              <a:t>thu</a:t>
            </a:r>
            <a:r>
              <a:rPr lang="en-US"/>
              <a:t> – </a:t>
            </a:r>
            <a:r>
              <a:rPr lang="en-US" err="1"/>
              <a:t>sơ</a:t>
            </a:r>
            <a:r>
              <a:rPr lang="en-US"/>
              <a:t> </a:t>
            </a:r>
            <a:r>
              <a:rPr lang="en-US" err="1"/>
              <a:t>đồ</a:t>
            </a:r>
            <a:r>
              <a:rPr lang="en-US"/>
              <a:t> bánh</a:t>
            </a:r>
          </a:p>
          <a:p>
            <a:pPr marL="147593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6518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Tiền cuối kỳ hiện tại: 3.3 triệu</a:t>
            </a:r>
          </a:p>
          <a:p>
            <a:r>
              <a:rPr lang="vi-VN"/>
              <a:t>Cho LLC mượn: 1.7 triệu</a:t>
            </a:r>
          </a:p>
          <a:p>
            <a:r>
              <a:rPr lang="vi-VN"/>
              <a:t>Gửi tiết kiệm: 2.2 triệu</a:t>
            </a:r>
          </a:p>
          <a:p>
            <a:r>
              <a:rPr lang="vi-VN"/>
              <a:t>Góp vốn lại: 600kUSD</a:t>
            </a:r>
          </a:p>
          <a:p>
            <a:r>
              <a:rPr lang="vi-VN" b="1"/>
              <a:t>=&gt; Tổng cộng: 7.8 triệu</a:t>
            </a:r>
            <a:endParaRPr lang="en-US" b="1"/>
          </a:p>
          <a:p>
            <a:r>
              <a:rPr lang="en-US" b="1"/>
              <a:t>Dịch </a:t>
            </a:r>
            <a:r>
              <a:rPr lang="en-US" b="1" err="1"/>
              <a:t>tiếng</a:t>
            </a:r>
            <a:r>
              <a:rPr lang="en-US" b="1"/>
              <a:t> </a:t>
            </a:r>
            <a:r>
              <a:rPr lang="en-US" b="1" err="1"/>
              <a:t>việt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3319331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78783-57FD-1CB4-48F9-586684E7F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D341D2-56BC-16AF-6361-F9906B854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D3CFCA-B768-0BD1-4DB1-19A30EB99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Tiền cuối kỳ hiện tại: 3.3 triệu</a:t>
            </a:r>
          </a:p>
          <a:p>
            <a:r>
              <a:rPr lang="vi-VN"/>
              <a:t>Cho LLC mượn: 1.7 triệu</a:t>
            </a:r>
          </a:p>
          <a:p>
            <a:r>
              <a:rPr lang="vi-VN"/>
              <a:t>Gửi tiết kiệm: 2.2 triệu</a:t>
            </a:r>
          </a:p>
          <a:p>
            <a:r>
              <a:rPr lang="vi-VN"/>
              <a:t>Góp vốn lại: 600kUSD</a:t>
            </a:r>
          </a:p>
          <a:p>
            <a:r>
              <a:rPr lang="vi-VN" b="1"/>
              <a:t>=&gt; Tổng cộng: 7.8 triệu</a:t>
            </a:r>
            <a:endParaRPr lang="en-US" b="1"/>
          </a:p>
          <a:p>
            <a:r>
              <a:rPr lang="en-US" b="1"/>
              <a:t>Dịch </a:t>
            </a:r>
            <a:r>
              <a:rPr lang="en-US" b="1" err="1"/>
              <a:t>tiếng</a:t>
            </a:r>
            <a:r>
              <a:rPr lang="en-US" b="1"/>
              <a:t> </a:t>
            </a:r>
            <a:r>
              <a:rPr lang="en-US" b="1" err="1"/>
              <a:t>việt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3322556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6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body 1" userDrawn="1">
  <p:cSld name="1_Title and body 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370475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 dirty="0"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370483" y="941525"/>
            <a:ext cx="8460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latin typeface="+mn-lt"/>
                <a:cs typeface="Times New Roman" panose="02020603050405020304" pitchFamily="18" charset="0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4581150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A00CEB-073E-0405-9700-A5666772513A}"/>
              </a:ext>
            </a:extLst>
          </p:cNvPr>
          <p:cNvSpPr/>
          <p:nvPr userDrawn="1"/>
        </p:nvSpPr>
        <p:spPr>
          <a:xfrm>
            <a:off x="0" y="4886310"/>
            <a:ext cx="9144000" cy="257189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2D95F29-BFD2-80BC-4110-94846D2B4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52930" y="4917549"/>
            <a:ext cx="415453" cy="212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D554874-E025-4583-820E-CA4CA4C050FD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83129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B179A5-D0A4-9731-C600-FE4696F7F5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6280" y="4990267"/>
            <a:ext cx="614635" cy="942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C258937-FB5A-DD24-8D91-AB27D66988BB}"/>
              </a:ext>
            </a:extLst>
          </p:cNvPr>
          <p:cNvSpPr/>
          <p:nvPr userDrawn="1"/>
        </p:nvSpPr>
        <p:spPr>
          <a:xfrm>
            <a:off x="789947" y="4924412"/>
            <a:ext cx="8354053" cy="21908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oogle Shape;170;p19">
            <a:extLst>
              <a:ext uri="{FF2B5EF4-FFF2-40B4-BE49-F238E27FC236}">
                <a16:creationId xmlns:a16="http://schemas.microsoft.com/office/drawing/2014/main" id="{AAAB8DB4-4763-7C4A-203D-6C0FBEF99F98}"/>
              </a:ext>
            </a:extLst>
          </p:cNvPr>
          <p:cNvSpPr txBox="1">
            <a:spLocks/>
          </p:cNvSpPr>
          <p:nvPr userDrawn="1"/>
        </p:nvSpPr>
        <p:spPr>
          <a:xfrm>
            <a:off x="360218" y="1351629"/>
            <a:ext cx="8334161" cy="1101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pPr algn="ctr"/>
            <a:r>
              <a:rPr lang="en" sz="3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 CÁO CỦA BAN ĐIỀU HÀNH</a:t>
            </a:r>
            <a:endParaRPr lang="en-US" sz="3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" sz="3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TUẦN 14 / 2025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10.pn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9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3.xml"/><Relationship Id="rId10" Type="http://schemas.openxmlformats.org/officeDocument/2006/relationships/image" Target="../media/image13.png"/><Relationship Id="rId4" Type="http://schemas.openxmlformats.org/officeDocument/2006/relationships/diagramLayout" Target="../diagrams/layout3.xml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17.png"/><Relationship Id="rId4" Type="http://schemas.openxmlformats.org/officeDocument/2006/relationships/diagramLayout" Target="../diagrams/layout4.xml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18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Relationship Id="rId9" Type="http://schemas.openxmlformats.org/officeDocument/2006/relationships/image" Target="../media/image21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Relationship Id="rId9" Type="http://schemas.openxmlformats.org/officeDocument/2006/relationships/image" Target="../media/image23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Relationship Id="rId9" Type="http://schemas.openxmlformats.org/officeDocument/2006/relationships/image" Target="../media/image25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Relationship Id="rId9" Type="http://schemas.openxmlformats.org/officeDocument/2006/relationships/image" Target="../media/image26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Relationship Id="rId9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diagramLayout" Target="../diagrams/layout11.xml"/><Relationship Id="rId7" Type="http://schemas.openxmlformats.org/officeDocument/2006/relationships/image" Target="../media/image28.emf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7" Type="http://schemas.openxmlformats.org/officeDocument/2006/relationships/image" Target="../media/image29.emf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Relationship Id="rId9" Type="http://schemas.openxmlformats.org/officeDocument/2006/relationships/image" Target="../media/image31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Relationship Id="rId9" Type="http://schemas.openxmlformats.org/officeDocument/2006/relationships/image" Target="../media/image33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diagramLayout" Target="../diagrams/layout15.xml"/><Relationship Id="rId7" Type="http://schemas.openxmlformats.org/officeDocument/2006/relationships/image" Target="../media/image34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2AB52-1304-636D-74DC-66F08AC14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70;p19">
            <a:extLst>
              <a:ext uri="{FF2B5EF4-FFF2-40B4-BE49-F238E27FC236}">
                <a16:creationId xmlns:a16="http://schemas.microsoft.com/office/drawing/2014/main" id="{C0FA59BD-66FC-006D-A57C-4B862EADDC6E}"/>
              </a:ext>
            </a:extLst>
          </p:cNvPr>
          <p:cNvSpPr txBox="1">
            <a:spLocks/>
          </p:cNvSpPr>
          <p:nvPr/>
        </p:nvSpPr>
        <p:spPr>
          <a:xfrm>
            <a:off x="1562167" y="958444"/>
            <a:ext cx="5731328" cy="702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pPr algn="ctr"/>
            <a:r>
              <a:rPr lang="en" sz="32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MỤC TIÊU NĂM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9B4227-561E-ED2E-C96C-AECCBC9C96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6" name="Picture 5" descr="A green and grey recycle sign&#10;&#10;Description automatically generated">
            <a:extLst>
              <a:ext uri="{FF2B5EF4-FFF2-40B4-BE49-F238E27FC236}">
                <a16:creationId xmlns:a16="http://schemas.microsoft.com/office/drawing/2014/main" id="{1AE911FF-547C-EDFA-CE33-FE2E00AFF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24" y="220234"/>
            <a:ext cx="2229909" cy="4884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1DF9F7-4984-06B4-EED2-EB82AA5ED7EB}"/>
              </a:ext>
            </a:extLst>
          </p:cNvPr>
          <p:cNvSpPr txBox="1"/>
          <p:nvPr/>
        </p:nvSpPr>
        <p:spPr>
          <a:xfrm>
            <a:off x="0" y="4606904"/>
            <a:ext cx="3719074" cy="523220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	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Trương Thị Hồng Loan(KTT)</a:t>
            </a:r>
          </a:p>
          <a:p>
            <a:pPr>
              <a:tabLst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19/12/2025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95AEE8-B42B-0866-0E1D-73FC48C259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667" y="76260"/>
            <a:ext cx="2095553" cy="70289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393000A-AA8A-7A28-DB1C-B530D8B00F23}"/>
              </a:ext>
            </a:extLst>
          </p:cNvPr>
          <p:cNvSpPr/>
          <p:nvPr/>
        </p:nvSpPr>
        <p:spPr>
          <a:xfrm>
            <a:off x="-6015" y="930736"/>
            <a:ext cx="9144000" cy="702893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n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  <a:sym typeface="Arial"/>
              </a:rPr>
              <a:t>NG</a:t>
            </a:r>
            <a:r>
              <a:rPr lang="en-US" sz="3200" b="1" dirty="0">
                <a:solidFill>
                  <a:prstClr val="white"/>
                </a:solidFill>
                <a:cs typeface="Times New Roman" panose="02020603050405020304" pitchFamily="18" charset="0"/>
              </a:rPr>
              <a:t>ÂN SÁCH </a:t>
            </a:r>
            <a:r>
              <a:rPr kumimoji="0" lang="en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  <a:sym typeface="Arial"/>
              </a:rPr>
              <a:t>NĂM </a:t>
            </a:r>
            <a:r>
              <a:rPr kumimoji="0" lang="vi-VN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Times New Roman" panose="02020603050405020304" pitchFamily="18" charset="0"/>
                <a:sym typeface="Arial"/>
              </a:rPr>
              <a:t>2026</a:t>
            </a:r>
            <a:endParaRPr kumimoji="0" lang="en" sz="3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150C07-5BFE-3095-A383-25113CB208F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3" t="166" r="17"/>
          <a:stretch>
            <a:fillRect/>
          </a:stretch>
        </p:blipFill>
        <p:spPr>
          <a:xfrm>
            <a:off x="1" y="1633629"/>
            <a:ext cx="9143999" cy="35098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DA641C5-6A3E-9677-4264-BABE19782A3A}"/>
              </a:ext>
            </a:extLst>
          </p:cNvPr>
          <p:cNvSpPr txBox="1"/>
          <p:nvPr/>
        </p:nvSpPr>
        <p:spPr>
          <a:xfrm>
            <a:off x="1437975" y="1674018"/>
            <a:ext cx="62560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CÔNG TY TNHH THU MUA PHẾ LIỆU NHỰA KHÁNH NGA</a:t>
            </a:r>
          </a:p>
        </p:txBody>
      </p:sp>
      <p:sp>
        <p:nvSpPr>
          <p:cNvPr id="17" name="Google Shape;111;p13">
            <a:extLst>
              <a:ext uri="{FF2B5EF4-FFF2-40B4-BE49-F238E27FC236}">
                <a16:creationId xmlns:a16="http://schemas.microsoft.com/office/drawing/2014/main" id="{974AFED0-E116-C28D-4227-66F3345B7596}"/>
              </a:ext>
            </a:extLst>
          </p:cNvPr>
          <p:cNvSpPr txBox="1">
            <a:spLocks/>
          </p:cNvSpPr>
          <p:nvPr/>
        </p:nvSpPr>
        <p:spPr>
          <a:xfrm>
            <a:off x="0" y="4495807"/>
            <a:ext cx="3291840" cy="634317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just">
              <a:spcBef>
                <a:spcPts val="600"/>
              </a:spcBef>
              <a:buFont typeface="Arial"/>
              <a:buNone/>
            </a:pPr>
            <a:r>
              <a:rPr lang="en-US" sz="1200" dirty="0" err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Trình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bày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: </a:t>
            </a:r>
            <a:r>
              <a:rPr lang="en-US" sz="12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Nguyễn Thị Trúc Linh (</a:t>
            </a:r>
            <a:r>
              <a:rPr lang="en-US" sz="1200" b="1" dirty="0" err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Kế</a:t>
            </a:r>
            <a:r>
              <a:rPr lang="en-US" sz="12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toán</a:t>
            </a:r>
            <a:r>
              <a:rPr lang="en-US" sz="12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spcBef>
                <a:spcPts val="600"/>
              </a:spcBef>
              <a:buFont typeface="Arial"/>
              <a:buNone/>
            </a:pPr>
            <a:r>
              <a:rPr lang="en-US" sz="1200" dirty="0" err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Ngày</a:t>
            </a:r>
            <a:r>
              <a:rPr lang="en-US" sz="12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:        16</a:t>
            </a:r>
            <a:r>
              <a:rPr lang="vi-VN" sz="12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03</a:t>
            </a:r>
            <a:r>
              <a:rPr lang="vi-VN" sz="12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/202</a:t>
            </a:r>
            <a:r>
              <a:rPr lang="en-US" sz="12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26864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944D6-7AB8-2308-3509-C160B278F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58A01F91-E185-4353-50D6-C2C66A7FA205}"/>
              </a:ext>
            </a:extLst>
          </p:cNvPr>
          <p:cNvSpPr/>
          <p:nvPr/>
        </p:nvSpPr>
        <p:spPr>
          <a:xfrm rot="9531852">
            <a:off x="1601840" y="3678228"/>
            <a:ext cx="202991" cy="472918"/>
          </a:xfrm>
          <a:prstGeom prst="triangle">
            <a:avLst>
              <a:gd name="adj" fmla="val 5598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0" name="Isosceles Triangle 79">
            <a:extLst>
              <a:ext uri="{FF2B5EF4-FFF2-40B4-BE49-F238E27FC236}">
                <a16:creationId xmlns:a16="http://schemas.microsoft.com/office/drawing/2014/main" id="{38973840-1E90-BBF2-E836-9B5D4A254030}"/>
              </a:ext>
            </a:extLst>
          </p:cNvPr>
          <p:cNvSpPr/>
          <p:nvPr/>
        </p:nvSpPr>
        <p:spPr>
          <a:xfrm rot="8613109">
            <a:off x="1909318" y="3519264"/>
            <a:ext cx="202991" cy="472918"/>
          </a:xfrm>
          <a:prstGeom prst="triangle">
            <a:avLst>
              <a:gd name="adj" fmla="val 5598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9" name="Isosceles Triangle 78">
            <a:extLst>
              <a:ext uri="{FF2B5EF4-FFF2-40B4-BE49-F238E27FC236}">
                <a16:creationId xmlns:a16="http://schemas.microsoft.com/office/drawing/2014/main" id="{8CE50502-3A34-A903-1DAC-116537142C5C}"/>
              </a:ext>
            </a:extLst>
          </p:cNvPr>
          <p:cNvSpPr/>
          <p:nvPr/>
        </p:nvSpPr>
        <p:spPr>
          <a:xfrm rot="7554746">
            <a:off x="2205082" y="3236376"/>
            <a:ext cx="202991" cy="472918"/>
          </a:xfrm>
          <a:prstGeom prst="triangle">
            <a:avLst>
              <a:gd name="adj" fmla="val 5598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8" name="Isosceles Triangle 77">
            <a:extLst>
              <a:ext uri="{FF2B5EF4-FFF2-40B4-BE49-F238E27FC236}">
                <a16:creationId xmlns:a16="http://schemas.microsoft.com/office/drawing/2014/main" id="{5175E2BD-251D-05B4-4AF3-511E71445A3B}"/>
              </a:ext>
            </a:extLst>
          </p:cNvPr>
          <p:cNvSpPr/>
          <p:nvPr/>
        </p:nvSpPr>
        <p:spPr>
          <a:xfrm rot="6640518">
            <a:off x="2416681" y="2862532"/>
            <a:ext cx="202991" cy="472918"/>
          </a:xfrm>
          <a:prstGeom prst="triangle">
            <a:avLst>
              <a:gd name="adj" fmla="val 5598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360348CB-CC35-67DA-86AF-790191E1EFAF}"/>
              </a:ext>
            </a:extLst>
          </p:cNvPr>
          <p:cNvSpPr/>
          <p:nvPr/>
        </p:nvSpPr>
        <p:spPr>
          <a:xfrm rot="5710226">
            <a:off x="2488207" y="2483788"/>
            <a:ext cx="202991" cy="472918"/>
          </a:xfrm>
          <a:prstGeom prst="triangle">
            <a:avLst>
              <a:gd name="adj" fmla="val 5598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6" name="Isosceles Triangle 75">
            <a:extLst>
              <a:ext uri="{FF2B5EF4-FFF2-40B4-BE49-F238E27FC236}">
                <a16:creationId xmlns:a16="http://schemas.microsoft.com/office/drawing/2014/main" id="{2195190F-65FA-D549-E7C9-11F6E6EA5149}"/>
              </a:ext>
            </a:extLst>
          </p:cNvPr>
          <p:cNvSpPr/>
          <p:nvPr/>
        </p:nvSpPr>
        <p:spPr>
          <a:xfrm rot="4578457">
            <a:off x="2460969" y="2101585"/>
            <a:ext cx="202991" cy="472918"/>
          </a:xfrm>
          <a:prstGeom prst="triangle">
            <a:avLst>
              <a:gd name="adj" fmla="val 5598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BEA4A2B6-6A60-DD39-785D-894351032894}"/>
              </a:ext>
            </a:extLst>
          </p:cNvPr>
          <p:cNvSpPr/>
          <p:nvPr/>
        </p:nvSpPr>
        <p:spPr>
          <a:xfrm rot="3758051">
            <a:off x="2330533" y="1764765"/>
            <a:ext cx="202991" cy="472918"/>
          </a:xfrm>
          <a:prstGeom prst="triangle">
            <a:avLst>
              <a:gd name="adj" fmla="val 5598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4" name="Isosceles Triangle 73">
            <a:extLst>
              <a:ext uri="{FF2B5EF4-FFF2-40B4-BE49-F238E27FC236}">
                <a16:creationId xmlns:a16="http://schemas.microsoft.com/office/drawing/2014/main" id="{BB98DFAE-3199-CB0B-20AA-B282DD358114}"/>
              </a:ext>
            </a:extLst>
          </p:cNvPr>
          <p:cNvSpPr/>
          <p:nvPr/>
        </p:nvSpPr>
        <p:spPr>
          <a:xfrm rot="2765194">
            <a:off x="2129912" y="1474403"/>
            <a:ext cx="202991" cy="472918"/>
          </a:xfrm>
          <a:prstGeom prst="triangle">
            <a:avLst>
              <a:gd name="adj" fmla="val 5598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4A9E36B-D516-000A-44C4-F29372BC16DC}"/>
              </a:ext>
            </a:extLst>
          </p:cNvPr>
          <p:cNvGrpSpPr/>
          <p:nvPr/>
        </p:nvGrpSpPr>
        <p:grpSpPr>
          <a:xfrm>
            <a:off x="1516498" y="530985"/>
            <a:ext cx="7452164" cy="1040072"/>
            <a:chOff x="2053009" y="373232"/>
            <a:chExt cx="9936218" cy="1386762"/>
          </a:xfrm>
        </p:grpSpPr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4AF66A7A-665A-0A33-10F4-02E30B0D12E7}"/>
                </a:ext>
              </a:extLst>
            </p:cNvPr>
            <p:cNvSpPr/>
            <p:nvPr/>
          </p:nvSpPr>
          <p:spPr>
            <a:xfrm rot="984673">
              <a:off x="2053009" y="1129437"/>
              <a:ext cx="270655" cy="630557"/>
            </a:xfrm>
            <a:prstGeom prst="triangle">
              <a:avLst>
                <a:gd name="adj" fmla="val 55987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B142A12-2AF3-7A1E-20CE-D6F60B8C3957}"/>
                </a:ext>
              </a:extLst>
            </p:cNvPr>
            <p:cNvGrpSpPr/>
            <p:nvPr/>
          </p:nvGrpSpPr>
          <p:grpSpPr>
            <a:xfrm>
              <a:off x="2613112" y="373232"/>
              <a:ext cx="9376115" cy="469135"/>
              <a:chOff x="4435722" y="1677828"/>
              <a:chExt cx="9378558" cy="469258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DA9DECC-782D-A458-374C-DB9615778680}"/>
                  </a:ext>
                </a:extLst>
              </p:cNvPr>
              <p:cNvSpPr/>
              <p:nvPr/>
            </p:nvSpPr>
            <p:spPr>
              <a:xfrm>
                <a:off x="4690885" y="1677828"/>
                <a:ext cx="6465957" cy="447845"/>
              </a:xfrm>
              <a:prstGeom prst="rect">
                <a:avLst/>
              </a:prstGeom>
              <a:gradFill>
                <a:gsLst>
                  <a:gs pos="37000">
                    <a:schemeClr val="bg1">
                      <a:lumMod val="75000"/>
                      <a:alpha val="31000"/>
                    </a:schemeClr>
                  </a:gs>
                  <a:gs pos="5000">
                    <a:schemeClr val="bg1">
                      <a:lumMod val="7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B5E61E-5449-618F-DC0C-C2CAE44337F7}"/>
                  </a:ext>
                </a:extLst>
              </p:cNvPr>
              <p:cNvSpPr txBox="1"/>
              <p:nvPr/>
            </p:nvSpPr>
            <p:spPr>
              <a:xfrm>
                <a:off x="4961820" y="1720658"/>
                <a:ext cx="8852460" cy="41047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b="1" dirty="0">
                    <a:ln w="0"/>
                    <a:solidFill>
                      <a:srgbClr val="119303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Các </a:t>
                </a:r>
                <a:r>
                  <a:rPr lang="en-US" b="1" dirty="0" err="1">
                    <a:ln w="0"/>
                    <a:solidFill>
                      <a:srgbClr val="119303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yếu</a:t>
                </a:r>
                <a:r>
                  <a:rPr lang="en-US" b="1" dirty="0">
                    <a:ln w="0"/>
                    <a:solidFill>
                      <a:srgbClr val="119303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 </a:t>
                </a:r>
                <a:r>
                  <a:rPr lang="en-US" b="1" dirty="0" err="1">
                    <a:ln w="0"/>
                    <a:solidFill>
                      <a:srgbClr val="119303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tố</a:t>
                </a:r>
                <a:r>
                  <a:rPr lang="en-US" b="1" dirty="0">
                    <a:ln w="0"/>
                    <a:solidFill>
                      <a:srgbClr val="119303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 </a:t>
                </a:r>
                <a:r>
                  <a:rPr lang="en-US" b="1" dirty="0" err="1">
                    <a:ln w="0"/>
                    <a:solidFill>
                      <a:srgbClr val="119303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giả</a:t>
                </a:r>
                <a:r>
                  <a:rPr lang="en-US" b="1" dirty="0">
                    <a:ln w="0"/>
                    <a:solidFill>
                      <a:srgbClr val="119303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 </a:t>
                </a:r>
                <a:r>
                  <a:rPr lang="en-US" b="1" dirty="0" err="1">
                    <a:ln w="0"/>
                    <a:solidFill>
                      <a:srgbClr val="119303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định</a:t>
                </a:r>
                <a:r>
                  <a:rPr lang="en-US" b="1" dirty="0">
                    <a:ln w="0"/>
                    <a:solidFill>
                      <a:srgbClr val="119303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 </a:t>
                </a:r>
                <a:r>
                  <a:rPr lang="en-US" b="1" dirty="0" err="1">
                    <a:ln w="0"/>
                    <a:solidFill>
                      <a:srgbClr val="119303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năm</a:t>
                </a:r>
                <a:r>
                  <a:rPr lang="en-US" b="1" dirty="0">
                    <a:ln w="0"/>
                    <a:solidFill>
                      <a:srgbClr val="119303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 2026</a:t>
                </a:r>
                <a:endParaRPr lang="en-US" dirty="0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F7F21249-D725-DA24-DF7C-8A769543FB3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435722" y="1677828"/>
                <a:ext cx="469258" cy="469258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53986" tIns="68562" rIns="53986" bIns="68562" numCol="1" anchor="ctr" anchorCtr="1" compatLnSpc="1">
                <a:prstTxWarp prst="textNoShape">
                  <a:avLst/>
                </a:prstTxWarp>
              </a:bodyPr>
              <a:lstStyle/>
              <a:p>
                <a:r>
                  <a:rPr lang="en-US" sz="1100">
                    <a:solidFill>
                      <a:srgbClr val="006736"/>
                    </a:solidFill>
                    <a:latin typeface="Arial" pitchFamily="34" charset="0"/>
                    <a:cs typeface="Arial" pitchFamily="34" charset="0"/>
                  </a:rPr>
                  <a:t>1</a:t>
                </a:r>
              </a:p>
            </p:txBody>
          </p:sp>
        </p:grpSp>
      </p:grpSp>
      <p:sp>
        <p:nvSpPr>
          <p:cNvPr id="73" name="Isosceles Triangle 72">
            <a:extLst>
              <a:ext uri="{FF2B5EF4-FFF2-40B4-BE49-F238E27FC236}">
                <a16:creationId xmlns:a16="http://schemas.microsoft.com/office/drawing/2014/main" id="{CA5A5236-88F6-A6C9-9264-EC4017BD2078}"/>
              </a:ext>
            </a:extLst>
          </p:cNvPr>
          <p:cNvSpPr/>
          <p:nvPr/>
        </p:nvSpPr>
        <p:spPr>
          <a:xfrm rot="2043909">
            <a:off x="1851700" y="1241206"/>
            <a:ext cx="202991" cy="472918"/>
          </a:xfrm>
          <a:prstGeom prst="triangle">
            <a:avLst>
              <a:gd name="adj" fmla="val 5598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0228C8-05DA-FEDA-A182-DA8BE4A8BA55}"/>
              </a:ext>
            </a:extLst>
          </p:cNvPr>
          <p:cNvSpPr/>
          <p:nvPr/>
        </p:nvSpPr>
        <p:spPr>
          <a:xfrm>
            <a:off x="29147" y="-2318"/>
            <a:ext cx="9144000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cs typeface="Times New Roman" panose="02020603050405020304" pitchFamily="18" charset="0"/>
              </a:rPr>
              <a:t>NỘI DUNG</a:t>
            </a:r>
            <a:endParaRPr lang="en-US"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1979D1-FFB3-BD91-FA64-6E5FC01DE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Donut 2">
            <a:extLst>
              <a:ext uri="{FF2B5EF4-FFF2-40B4-BE49-F238E27FC236}">
                <a16:creationId xmlns:a16="http://schemas.microsoft.com/office/drawing/2014/main" id="{D54907FB-DFAB-7623-C761-0B2B7BB61D0D}"/>
              </a:ext>
            </a:extLst>
          </p:cNvPr>
          <p:cNvSpPr/>
          <p:nvPr/>
        </p:nvSpPr>
        <p:spPr>
          <a:xfrm>
            <a:off x="120395" y="1519649"/>
            <a:ext cx="2233910" cy="2239376"/>
          </a:xfrm>
          <a:prstGeom prst="donut">
            <a:avLst>
              <a:gd name="adj" fmla="val 1068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chemeClr val="tx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CECCFDC-9135-609C-8D51-A9D50B4132DD}"/>
              </a:ext>
            </a:extLst>
          </p:cNvPr>
          <p:cNvGrpSpPr/>
          <p:nvPr/>
        </p:nvGrpSpPr>
        <p:grpSpPr>
          <a:xfrm>
            <a:off x="2306289" y="930259"/>
            <a:ext cx="5842116" cy="338660"/>
            <a:chOff x="5199122" y="3495907"/>
            <a:chExt cx="7789486" cy="451547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CDFD4E0-9FC7-9854-2C9E-750174446A9E}"/>
                </a:ext>
              </a:extLst>
            </p:cNvPr>
            <p:cNvSpPr/>
            <p:nvPr/>
          </p:nvSpPr>
          <p:spPr>
            <a:xfrm>
              <a:off x="5430963" y="3515548"/>
              <a:ext cx="6464270" cy="401259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19303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A4049F4-BB92-517F-3E86-0BD1B63B5F33}"/>
                </a:ext>
              </a:extLst>
            </p:cNvPr>
            <p:cNvSpPr txBox="1"/>
            <p:nvPr/>
          </p:nvSpPr>
          <p:spPr>
            <a:xfrm>
              <a:off x="5660091" y="3511278"/>
              <a:ext cx="7328517" cy="4103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 dirty="0" err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Kế</a:t>
              </a:r>
              <a:r>
                <a:rPr lang="en-US" b="1" dirty="0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b="1" dirty="0" err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hoạch</a:t>
              </a:r>
              <a:r>
                <a:rPr lang="en-US" b="1" dirty="0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Doanh </a:t>
              </a:r>
              <a:r>
                <a:rPr lang="en-US" b="1" dirty="0" err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thu</a:t>
              </a:r>
              <a:r>
                <a:rPr lang="en-US" b="1" dirty="0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&amp; </a:t>
              </a:r>
              <a:r>
                <a:rPr lang="en-US" b="1" dirty="0" err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Sản</a:t>
              </a:r>
              <a:r>
                <a:rPr lang="en-US" b="1" dirty="0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b="1" dirty="0" err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lượng</a:t>
              </a:r>
              <a:endParaRPr lang="en-US" b="1" dirty="0">
                <a:ln w="0"/>
                <a:solidFill>
                  <a:srgbClr val="11930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827C7B2-634E-AC1E-F650-F3805939B1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99122" y="3495907"/>
              <a:ext cx="451547" cy="451547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87EF04A-FF2A-AD70-2274-A3BC450B1551}"/>
              </a:ext>
            </a:extLst>
          </p:cNvPr>
          <p:cNvGrpSpPr/>
          <p:nvPr/>
        </p:nvGrpSpPr>
        <p:grpSpPr>
          <a:xfrm>
            <a:off x="2542800" y="1310644"/>
            <a:ext cx="5692432" cy="349250"/>
            <a:chOff x="4467398" y="5225690"/>
            <a:chExt cx="7589909" cy="465667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B2B6F2-76DE-553D-06A7-1850C3F31A3E}"/>
                </a:ext>
              </a:extLst>
            </p:cNvPr>
            <p:cNvSpPr/>
            <p:nvPr/>
          </p:nvSpPr>
          <p:spPr>
            <a:xfrm>
              <a:off x="4666071" y="5250637"/>
              <a:ext cx="6464271" cy="434434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2EF5D01-995D-3FA3-55DF-FA968C88C329}"/>
                </a:ext>
              </a:extLst>
            </p:cNvPr>
            <p:cNvSpPr txBox="1"/>
            <p:nvPr/>
          </p:nvSpPr>
          <p:spPr>
            <a:xfrm>
              <a:off x="4933065" y="5242381"/>
              <a:ext cx="7124242" cy="41036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 dirty="0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EBITDA &amp; Lợi </a:t>
              </a:r>
              <a:r>
                <a:rPr lang="en-US" b="1" dirty="0" err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nhuận</a:t>
              </a:r>
              <a:r>
                <a:rPr lang="en-US" b="1" dirty="0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b="1" dirty="0" err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sau</a:t>
              </a:r>
              <a:r>
                <a:rPr lang="en-US" b="1" dirty="0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b="1" dirty="0" err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thuế</a:t>
              </a:r>
              <a:r>
                <a:rPr lang="en-US" b="1" dirty="0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B8090BA-CA6B-507D-9A29-37886F08BD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67398" y="5225690"/>
              <a:ext cx="465667" cy="465667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3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7AF787D7-256C-3A2D-343A-B725EE1234DA}"/>
              </a:ext>
            </a:extLst>
          </p:cNvPr>
          <p:cNvSpPr txBox="1"/>
          <p:nvPr/>
        </p:nvSpPr>
        <p:spPr>
          <a:xfrm>
            <a:off x="389638" y="2558957"/>
            <a:ext cx="165365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AGENDA</a:t>
            </a:r>
            <a:endParaRPr lang="vi-VN" sz="24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9CDF25E-2923-E4E6-7FF6-CE6DBC21583F}"/>
              </a:ext>
            </a:extLst>
          </p:cNvPr>
          <p:cNvGrpSpPr/>
          <p:nvPr/>
        </p:nvGrpSpPr>
        <p:grpSpPr>
          <a:xfrm>
            <a:off x="2683822" y="1734983"/>
            <a:ext cx="5864317" cy="352866"/>
            <a:chOff x="5162127" y="3484171"/>
            <a:chExt cx="7819089" cy="470488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75F1C82-DA24-B990-DDFB-564567DB9EEE}"/>
                </a:ext>
              </a:extLst>
            </p:cNvPr>
            <p:cNvSpPr/>
            <p:nvPr/>
          </p:nvSpPr>
          <p:spPr>
            <a:xfrm>
              <a:off x="5447627" y="3498308"/>
              <a:ext cx="6464271" cy="434435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19303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BC6DF5E-6848-9449-7451-16382E5C8B0F}"/>
                </a:ext>
              </a:extLst>
            </p:cNvPr>
            <p:cNvSpPr txBox="1"/>
            <p:nvPr/>
          </p:nvSpPr>
          <p:spPr>
            <a:xfrm>
              <a:off x="5652699" y="3484171"/>
              <a:ext cx="7328517" cy="4103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 dirty="0" err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Biến</a:t>
              </a:r>
              <a:r>
                <a:rPr lang="en-US" b="1" dirty="0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b="1" dirty="0" err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phí</a:t>
              </a:r>
              <a:endParaRPr lang="en-US" b="1" dirty="0">
                <a:ln w="0"/>
                <a:solidFill>
                  <a:srgbClr val="11930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893421E-AF1A-829D-A052-96F2CB462D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62127" y="3488992"/>
              <a:ext cx="465667" cy="465667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4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D426B1D-6F82-18FA-D478-0AC477A44A3D}"/>
              </a:ext>
            </a:extLst>
          </p:cNvPr>
          <p:cNvGrpSpPr/>
          <p:nvPr/>
        </p:nvGrpSpPr>
        <p:grpSpPr>
          <a:xfrm>
            <a:off x="2826090" y="2153316"/>
            <a:ext cx="5848199" cy="347751"/>
            <a:chOff x="5183618" y="3495909"/>
            <a:chExt cx="7797598" cy="436834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953583F-4DBA-D134-AB9F-26A7FE41DD5F}"/>
                </a:ext>
              </a:extLst>
            </p:cNvPr>
            <p:cNvSpPr/>
            <p:nvPr/>
          </p:nvSpPr>
          <p:spPr>
            <a:xfrm>
              <a:off x="5447627" y="3498308"/>
              <a:ext cx="6464271" cy="434435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19303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285E834-E39C-0888-6CCF-82156C5E2F75}"/>
                </a:ext>
              </a:extLst>
            </p:cNvPr>
            <p:cNvSpPr txBox="1"/>
            <p:nvPr/>
          </p:nvSpPr>
          <p:spPr>
            <a:xfrm>
              <a:off x="5652699" y="3496046"/>
              <a:ext cx="7328517" cy="3866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 dirty="0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Định </a:t>
              </a:r>
              <a:r>
                <a:rPr lang="en-US" b="1" dirty="0" err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phí</a:t>
              </a:r>
              <a:r>
                <a:rPr lang="en-US" b="1" dirty="0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b="1" dirty="0" err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theo</a:t>
              </a:r>
              <a:r>
                <a:rPr lang="en-US" b="1" dirty="0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b="1" dirty="0" err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bộ</a:t>
              </a:r>
              <a:r>
                <a:rPr lang="en-US" b="1" dirty="0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b="1" dirty="0" err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phận</a:t>
              </a:r>
              <a:r>
                <a:rPr lang="en-US" b="1" dirty="0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b="1" dirty="0" err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và</a:t>
              </a:r>
              <a:r>
                <a:rPr lang="en-US" b="1" dirty="0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b="1" dirty="0" err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khoản</a:t>
              </a:r>
              <a:r>
                <a:rPr lang="en-US" b="1" dirty="0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b="1" dirty="0" err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mục</a:t>
              </a:r>
              <a:r>
                <a:rPr lang="en-US" b="1" dirty="0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b="1" dirty="0" err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phí</a:t>
              </a:r>
              <a:r>
                <a:rPr lang="en-US" b="1" dirty="0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(</a:t>
              </a:r>
              <a:r>
                <a:rPr lang="en-US" b="1" dirty="0" err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OpEx</a:t>
              </a:r>
              <a:r>
                <a:rPr lang="en-US" b="1" dirty="0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)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12BAF273-06DB-E6A9-0E5F-5E8EBEAA68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83618" y="3495909"/>
              <a:ext cx="434435" cy="4344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5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D07D6DE-6A01-3602-7494-5EDF659C7C59}"/>
              </a:ext>
            </a:extLst>
          </p:cNvPr>
          <p:cNvGrpSpPr/>
          <p:nvPr/>
        </p:nvGrpSpPr>
        <p:grpSpPr>
          <a:xfrm>
            <a:off x="2826090" y="2589127"/>
            <a:ext cx="5848199" cy="347751"/>
            <a:chOff x="5183618" y="3495909"/>
            <a:chExt cx="7797598" cy="436834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8C4D183-9FCD-DB8C-CAEE-EDEBDCB715BC}"/>
                </a:ext>
              </a:extLst>
            </p:cNvPr>
            <p:cNvSpPr/>
            <p:nvPr/>
          </p:nvSpPr>
          <p:spPr>
            <a:xfrm>
              <a:off x="5447627" y="3498308"/>
              <a:ext cx="6464271" cy="434435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19303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A553109-FA3E-4C91-8822-6DB426948973}"/>
                </a:ext>
              </a:extLst>
            </p:cNvPr>
            <p:cNvSpPr txBox="1"/>
            <p:nvPr/>
          </p:nvSpPr>
          <p:spPr>
            <a:xfrm>
              <a:off x="5652699" y="3496046"/>
              <a:ext cx="7328517" cy="3866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Chi phí nhân sự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F70248F-84E0-3321-7F32-1791EAE974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83618" y="3495909"/>
              <a:ext cx="434435" cy="4344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6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DE34952-B668-13CC-C893-25FC90C81DAC}"/>
              </a:ext>
            </a:extLst>
          </p:cNvPr>
          <p:cNvGrpSpPr/>
          <p:nvPr/>
        </p:nvGrpSpPr>
        <p:grpSpPr>
          <a:xfrm>
            <a:off x="2713192" y="3038151"/>
            <a:ext cx="5848199" cy="323518"/>
            <a:chOff x="5183618" y="3495909"/>
            <a:chExt cx="7797598" cy="436834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5C11B3F-7556-0404-0F83-56FFB899D0C0}"/>
                </a:ext>
              </a:extLst>
            </p:cNvPr>
            <p:cNvSpPr/>
            <p:nvPr/>
          </p:nvSpPr>
          <p:spPr>
            <a:xfrm>
              <a:off x="5447627" y="3498308"/>
              <a:ext cx="6464271" cy="434435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19303"/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DAC8217-6C7A-EA9D-63B5-B339A8B9931A}"/>
                </a:ext>
              </a:extLst>
            </p:cNvPr>
            <p:cNvSpPr txBox="1"/>
            <p:nvPr/>
          </p:nvSpPr>
          <p:spPr>
            <a:xfrm>
              <a:off x="5652699" y="3496046"/>
              <a:ext cx="7328517" cy="3866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Đầu tư (CapEx)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98916CE7-DA32-3AC7-5BEB-2A3CB75B70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83618" y="3495909"/>
              <a:ext cx="434435" cy="4344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7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604B339-F4B7-2827-41BF-F12583256D40}"/>
              </a:ext>
            </a:extLst>
          </p:cNvPr>
          <p:cNvGrpSpPr/>
          <p:nvPr/>
        </p:nvGrpSpPr>
        <p:grpSpPr>
          <a:xfrm>
            <a:off x="2526572" y="3471561"/>
            <a:ext cx="5848199" cy="347751"/>
            <a:chOff x="5183618" y="3495909"/>
            <a:chExt cx="7797598" cy="436834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DBCE84D-4A9C-0869-7DDB-62F0DD0EF8BE}"/>
                </a:ext>
              </a:extLst>
            </p:cNvPr>
            <p:cNvSpPr/>
            <p:nvPr/>
          </p:nvSpPr>
          <p:spPr>
            <a:xfrm>
              <a:off x="5447627" y="3498308"/>
              <a:ext cx="6464271" cy="434435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19303"/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6DBE7A1-E765-145C-0D3A-6C7ABB6DB8DB}"/>
                </a:ext>
              </a:extLst>
            </p:cNvPr>
            <p:cNvSpPr txBox="1"/>
            <p:nvPr/>
          </p:nvSpPr>
          <p:spPr>
            <a:xfrm>
              <a:off x="5652699" y="3496046"/>
              <a:ext cx="7328517" cy="3866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Kết quả kinh doanh – Tình hình tài chính - Dòng tiền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259BEDA9-345B-0917-CB1D-F961A5BF5E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83618" y="3495909"/>
              <a:ext cx="434435" cy="4344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8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634F6AA-318C-49AB-E93D-20E8D9BEED64}"/>
              </a:ext>
            </a:extLst>
          </p:cNvPr>
          <p:cNvGrpSpPr/>
          <p:nvPr/>
        </p:nvGrpSpPr>
        <p:grpSpPr>
          <a:xfrm>
            <a:off x="2326142" y="3915642"/>
            <a:ext cx="5812244" cy="353380"/>
            <a:chOff x="5221116" y="3484685"/>
            <a:chExt cx="7749659" cy="443905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69A93AE-F48B-55D0-0777-D327B36BBACE}"/>
                </a:ext>
              </a:extLst>
            </p:cNvPr>
            <p:cNvSpPr/>
            <p:nvPr/>
          </p:nvSpPr>
          <p:spPr>
            <a:xfrm>
              <a:off x="5447627" y="3498308"/>
              <a:ext cx="6464270" cy="407320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19303"/>
                </a:solidFill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C1FEACA-52DF-9A3C-8AEE-91D96D49CDBC}"/>
                </a:ext>
              </a:extLst>
            </p:cNvPr>
            <p:cNvSpPr txBox="1"/>
            <p:nvPr/>
          </p:nvSpPr>
          <p:spPr>
            <a:xfrm>
              <a:off x="5642258" y="3541969"/>
              <a:ext cx="7328517" cy="3866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Chỉ số tài chính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D282594A-E063-F8D5-08EF-333FD86312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116" y="3484685"/>
              <a:ext cx="468243" cy="43443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9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B95C625-822F-52E1-1DD8-D42B0CE4C183}"/>
              </a:ext>
            </a:extLst>
          </p:cNvPr>
          <p:cNvGrpSpPr/>
          <p:nvPr/>
        </p:nvGrpSpPr>
        <p:grpSpPr>
          <a:xfrm>
            <a:off x="2055533" y="4334654"/>
            <a:ext cx="5837357" cy="344390"/>
            <a:chOff x="5198073" y="3450054"/>
            <a:chExt cx="7783143" cy="432612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C65A7E0-DCA3-515B-A463-3311BAFBC00B}"/>
                </a:ext>
              </a:extLst>
            </p:cNvPr>
            <p:cNvSpPr/>
            <p:nvPr/>
          </p:nvSpPr>
          <p:spPr>
            <a:xfrm>
              <a:off x="5519056" y="3473016"/>
              <a:ext cx="6464271" cy="375691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19303"/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D7B0B0E-629A-1573-0416-17F15D7434FD}"/>
                </a:ext>
              </a:extLst>
            </p:cNvPr>
            <p:cNvSpPr txBox="1"/>
            <p:nvPr/>
          </p:nvSpPr>
          <p:spPr>
            <a:xfrm>
              <a:off x="5652699" y="3496046"/>
              <a:ext cx="7328517" cy="3866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Các chỉ tiêu chính của ngân sách 2026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34469E1-5E6A-2F2D-0F10-E43A02DE77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98073" y="3450054"/>
              <a:ext cx="468243" cy="423946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000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10</a:t>
              </a:r>
            </a:p>
          </p:txBody>
        </p:sp>
      </p:grpSp>
      <p:pic>
        <p:nvPicPr>
          <p:cNvPr id="84" name="Graphic 83" descr="Smiling face outline outline">
            <a:extLst>
              <a:ext uri="{FF2B5EF4-FFF2-40B4-BE49-F238E27FC236}">
                <a16:creationId xmlns:a16="http://schemas.microsoft.com/office/drawing/2014/main" id="{3FBFA431-C956-2901-EE52-28646BA462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5338" y="1571057"/>
            <a:ext cx="2130951" cy="2130951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14056433-F098-8A01-974E-E5E1FF573D82}"/>
              </a:ext>
            </a:extLst>
          </p:cNvPr>
          <p:cNvSpPr txBox="1"/>
          <p:nvPr/>
        </p:nvSpPr>
        <p:spPr>
          <a:xfrm>
            <a:off x="8109482" y="587205"/>
            <a:ext cx="6060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solidFill>
                  <a:schemeClr val="bg1"/>
                </a:solidFill>
              </a:rPr>
              <a:t>Page 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440F316-BDEA-7537-6859-3A6EC863C4E4}"/>
              </a:ext>
            </a:extLst>
          </p:cNvPr>
          <p:cNvSpPr txBox="1"/>
          <p:nvPr/>
        </p:nvSpPr>
        <p:spPr>
          <a:xfrm>
            <a:off x="8109482" y="1003003"/>
            <a:ext cx="7692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solidFill>
                  <a:schemeClr val="bg1"/>
                </a:solidFill>
              </a:rPr>
              <a:t>Page 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75CA0D1-6002-5D60-F23F-8E51E8FA77FE}"/>
              </a:ext>
            </a:extLst>
          </p:cNvPr>
          <p:cNvSpPr txBox="1"/>
          <p:nvPr/>
        </p:nvSpPr>
        <p:spPr>
          <a:xfrm>
            <a:off x="8109482" y="1418801"/>
            <a:ext cx="7692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solidFill>
                  <a:schemeClr val="bg1"/>
                </a:solidFill>
              </a:rPr>
              <a:t>Page 5-6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DA64092-8628-7717-3A81-18E2AFEAC20D}"/>
              </a:ext>
            </a:extLst>
          </p:cNvPr>
          <p:cNvSpPr txBox="1"/>
          <p:nvPr/>
        </p:nvSpPr>
        <p:spPr>
          <a:xfrm>
            <a:off x="8109482" y="1834599"/>
            <a:ext cx="7692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solidFill>
                  <a:schemeClr val="bg1"/>
                </a:solidFill>
              </a:rPr>
              <a:t>Page 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36BB3B2-BF00-07B4-FA53-062B1E8561A4}"/>
              </a:ext>
            </a:extLst>
          </p:cNvPr>
          <p:cNvSpPr txBox="1"/>
          <p:nvPr/>
        </p:nvSpPr>
        <p:spPr>
          <a:xfrm>
            <a:off x="8109482" y="2250397"/>
            <a:ext cx="7692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solidFill>
                  <a:schemeClr val="bg1"/>
                </a:solidFill>
              </a:rPr>
              <a:t>Page 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A1FA512-3AFB-0795-6B5E-A0E73A386FA7}"/>
              </a:ext>
            </a:extLst>
          </p:cNvPr>
          <p:cNvSpPr txBox="1"/>
          <p:nvPr/>
        </p:nvSpPr>
        <p:spPr>
          <a:xfrm>
            <a:off x="8109482" y="2666195"/>
            <a:ext cx="7692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solidFill>
                  <a:schemeClr val="bg1"/>
                </a:solidFill>
              </a:rPr>
              <a:t>Page 9-11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6DB7A28-D122-2190-3096-035DA57C9D88}"/>
              </a:ext>
            </a:extLst>
          </p:cNvPr>
          <p:cNvSpPr txBox="1"/>
          <p:nvPr/>
        </p:nvSpPr>
        <p:spPr>
          <a:xfrm>
            <a:off x="8109482" y="3081993"/>
            <a:ext cx="9372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solidFill>
                  <a:schemeClr val="bg1"/>
                </a:solidFill>
              </a:rPr>
              <a:t>Page 12-13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BA0D884-D123-27AC-7632-DB66FD7FC098}"/>
              </a:ext>
            </a:extLst>
          </p:cNvPr>
          <p:cNvSpPr txBox="1"/>
          <p:nvPr/>
        </p:nvSpPr>
        <p:spPr>
          <a:xfrm>
            <a:off x="8109482" y="3497791"/>
            <a:ext cx="89851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solidFill>
                  <a:schemeClr val="bg1"/>
                </a:solidFill>
              </a:rPr>
              <a:t>Page 14-16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857F661-99C1-F45D-B286-D4C6675FE025}"/>
              </a:ext>
            </a:extLst>
          </p:cNvPr>
          <p:cNvSpPr txBox="1"/>
          <p:nvPr/>
        </p:nvSpPr>
        <p:spPr>
          <a:xfrm>
            <a:off x="8109482" y="3913589"/>
            <a:ext cx="89851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solidFill>
                  <a:schemeClr val="bg1"/>
                </a:solidFill>
              </a:rPr>
              <a:t>Page 17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A4B2875-B541-B052-3783-3AB60403BAA5}"/>
              </a:ext>
            </a:extLst>
          </p:cNvPr>
          <p:cNvSpPr txBox="1"/>
          <p:nvPr/>
        </p:nvSpPr>
        <p:spPr>
          <a:xfrm>
            <a:off x="8109482" y="4329383"/>
            <a:ext cx="89851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solidFill>
                  <a:schemeClr val="bg1"/>
                </a:solidFill>
              </a:rPr>
              <a:t>Page 18</a:t>
            </a:r>
          </a:p>
        </p:txBody>
      </p:sp>
    </p:spTree>
    <p:extLst>
      <p:ext uri="{BB962C8B-B14F-4D97-AF65-F5344CB8AC3E}">
        <p14:creationId xmlns:p14="http://schemas.microsoft.com/office/powerpoint/2010/main" val="3818345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5E896-8772-3934-C602-9E9071914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861ECA3-5A89-C0C3-51C9-9D603C6DD9F5}"/>
              </a:ext>
            </a:extLst>
          </p:cNvPr>
          <p:cNvSpPr/>
          <p:nvPr/>
        </p:nvSpPr>
        <p:spPr>
          <a:xfrm>
            <a:off x="0" y="0"/>
            <a:ext cx="9144000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+mj-lt"/>
                <a:cs typeface="Times New Roman" panose="02020603050405020304" pitchFamily="18" charset="0"/>
              </a:rPr>
              <a:t>1-GIẢ ĐỊNH</a:t>
            </a:r>
            <a:endParaRPr lang="en-US" dirty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BF6A51E-EB3A-F8C8-0042-4F7B529E47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7286646"/>
              </p:ext>
            </p:extLst>
          </p:nvPr>
        </p:nvGraphicFramePr>
        <p:xfrm>
          <a:off x="3298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ACA41-F81B-0759-5734-BC3409F00C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311E4C-B81A-6B9D-BD61-52C97148A0B8}"/>
              </a:ext>
            </a:extLst>
          </p:cNvPr>
          <p:cNvSpPr txBox="1"/>
          <p:nvPr/>
        </p:nvSpPr>
        <p:spPr>
          <a:xfrm>
            <a:off x="360095" y="347296"/>
            <a:ext cx="8423809" cy="448632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AutoNum type="arabicPeriod"/>
            </a:pP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Hoạt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động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đầu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tư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Năm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2026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đề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xuất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đầu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tư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hệ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thống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máy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Sort chai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tự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động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máy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tách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nhãn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máy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phá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kiện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với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khả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năng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đầu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tư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50%,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trong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KHNS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không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tính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khấu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hao.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Ngoài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hệ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thống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,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không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có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kế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hoạch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đầu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tư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nào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khác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do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năm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2025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đã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đại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tu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các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MMTB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đáp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ứng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nhu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cầu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sản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xuất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kern="100" dirty="0">
              <a:solidFill>
                <a:schemeClr val="tx1"/>
              </a:solidFill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AutoNum type="arabicPeriod"/>
            </a:pP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Hoạt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động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sản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xuất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sản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xuất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không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có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sự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thay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đổi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so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với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năm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2025,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công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ty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vẫn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duy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trì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hoạt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động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phân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loại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chai PET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ập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trung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quản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lý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chi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phí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giảm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giá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thành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AutoNum type="arabicPeriod"/>
            </a:pP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Nhân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sự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Tổng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nhân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sự</a:t>
            </a:r>
            <a:r>
              <a:rPr lang="en-US" kern="10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: 54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người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nhân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sự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thuộc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định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biên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: 40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người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( </a:t>
            </a:r>
            <a:r>
              <a:rPr lang="en-US" i="1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trong</a:t>
            </a:r>
            <a:r>
              <a:rPr lang="en-US" i="1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i="1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đó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: 1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định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biên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người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đại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diện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pháp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luật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),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lao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động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thuê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ngoài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: 14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người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) , so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với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năm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2025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tăng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6%;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mức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lương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tăng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6.9 %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tất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cả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công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nhân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viên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kern="100" dirty="0">
              <a:solidFill>
                <a:schemeClr val="tx1"/>
              </a:solidFill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AutoNum type="arabicPeriod"/>
            </a:pP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Sản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lượng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mua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8.000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tấn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năm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, so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với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năm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2025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tăng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20%</a:t>
            </a:r>
          </a:p>
          <a:p>
            <a:pPr marL="34290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AutoNum type="arabicPeriod"/>
            </a:pP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G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iá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mua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: chai B0: 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10.000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đồng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/kg, chai B1: 12.700 </a:t>
            </a:r>
            <a:r>
              <a:rPr lang="en-US" kern="100" dirty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đồng</a:t>
            </a:r>
            <a:r>
              <a:rPr lang="en-US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/kg</a:t>
            </a:r>
          </a:p>
          <a:p>
            <a:pPr marL="34290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AutoNum type="arabicPeriod"/>
            </a:pP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Hiệu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suất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máy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(24 x 7 x 365):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Dự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kiến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năm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2026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đạt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43% (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kế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hoạch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sản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xuất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7.116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tấn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công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suất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16.679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tấn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AutoNum type="arabicPeriod"/>
            </a:pP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Các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khoản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chi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phí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bất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thường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so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với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2025: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Dự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phòng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nợ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khó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đòi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( KTT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cũ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biển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thủ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: 78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triệu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),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giao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tiếp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với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Cơ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quan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nhà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nước</a:t>
            </a:r>
            <a:r>
              <a:rPr lang="en-US" kern="100" dirty="0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: 50 </a:t>
            </a:r>
            <a:r>
              <a:rPr lang="en-US" kern="100" dirty="0" err="1">
                <a:solidFill>
                  <a:schemeClr val="tx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triệu</a:t>
            </a:r>
            <a:endParaRPr lang="en-US" kern="100" dirty="0">
              <a:solidFill>
                <a:schemeClr val="tx1"/>
              </a:solidFill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buAutoNum type="arabicPeriod"/>
            </a:pPr>
            <a:endParaRPr lang="en-US" sz="14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839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280B31E-4FD1-AAC2-6349-1C086490A557}"/>
              </a:ext>
            </a:extLst>
          </p:cNvPr>
          <p:cNvSpPr/>
          <p:nvPr/>
        </p:nvSpPr>
        <p:spPr>
          <a:xfrm>
            <a:off x="0" y="4554"/>
            <a:ext cx="9144000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cs typeface="Times New Roman" panose="02020603050405020304" pitchFamily="18" charset="0"/>
              </a:rPr>
              <a:t>2- DOANH THU – SẢN LƯỢNG BÁN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4ADC46-560E-5D5F-DB05-E3372A080B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AE4E597-E3BC-C3C5-F016-2C3997FB06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7606812"/>
              </p:ext>
            </p:extLst>
          </p:nvPr>
        </p:nvGraphicFramePr>
        <p:xfrm>
          <a:off x="17258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12FBB78C-4769-64FE-1505-A0D68EB382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997" y="367235"/>
            <a:ext cx="4181360" cy="22400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22B223F-FF23-5763-B345-B15DC81CC2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0645" y="367235"/>
            <a:ext cx="4359017" cy="22400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B8792EE-A6EC-4FE4-7A1D-0370F0D1A2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0645" y="2655418"/>
            <a:ext cx="4359018" cy="219752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77708E3-63AF-9C38-F8FC-5F88F0F121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3075" y="2655418"/>
            <a:ext cx="4181360" cy="219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75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E13626-B3D7-2434-15A6-0F4263D314BB}"/>
              </a:ext>
            </a:extLst>
          </p:cNvPr>
          <p:cNvSpPr/>
          <p:nvPr/>
        </p:nvSpPr>
        <p:spPr>
          <a:xfrm>
            <a:off x="0" y="11482"/>
            <a:ext cx="9144000" cy="26569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cs typeface="Times New Roman" panose="02020603050405020304" pitchFamily="18" charset="0"/>
              </a:rPr>
              <a:t>3- DOANH THU- EBITDA – LỢI NHUẬN SAU THUẾ 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48188-BBFF-B871-6AE4-9E6B6D63B1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D83F979-F1B7-2088-8CDD-C8A032CE15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5164407"/>
              </p:ext>
            </p:extLst>
          </p:nvPr>
        </p:nvGraphicFramePr>
        <p:xfrm>
          <a:off x="38200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33D7A30A-150C-85EB-9F9A-83819ED059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70" y="333460"/>
            <a:ext cx="4453335" cy="23905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025B0D-7EB5-C0D8-192D-A41EDCC60C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1350" y="333460"/>
            <a:ext cx="4423983" cy="23905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E8E9949-92DC-0531-E8AE-E7FBDAFAE6F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670" y="2813322"/>
            <a:ext cx="4453335" cy="19967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476DFA8-64EB-631C-CA4B-4DA92220B36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1350" y="2813322"/>
            <a:ext cx="4423983" cy="199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30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3EE41-5F92-323D-DA09-970C475FC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7BFEA0-9273-9B20-1A45-DF4761FC0CEC}"/>
              </a:ext>
            </a:extLst>
          </p:cNvPr>
          <p:cNvSpPr/>
          <p:nvPr/>
        </p:nvSpPr>
        <p:spPr>
          <a:xfrm>
            <a:off x="0" y="11482"/>
            <a:ext cx="9144000" cy="26569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cs typeface="Times New Roman" panose="02020603050405020304" pitchFamily="18" charset="0"/>
              </a:rPr>
              <a:t>3- DOANH THU- EBITDA – LỢI NHUẬN SAU THUẾ 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B04EF-3EEC-7367-E23C-A5E12DBB55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08DEF63-7C86-E777-8785-3E22CF4AF38B}"/>
              </a:ext>
            </a:extLst>
          </p:cNvPr>
          <p:cNvGraphicFramePr/>
          <p:nvPr/>
        </p:nvGraphicFramePr>
        <p:xfrm>
          <a:off x="38200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BC176DE-0BD7-C7E1-60CB-5F0847D941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956" y="1041554"/>
            <a:ext cx="4444043" cy="29019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B37B85-714F-28F0-C6BC-95C75941FE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4008" y="413479"/>
            <a:ext cx="4312035" cy="20790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DB8D65-814D-82DE-FB2E-3A24FB1A167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4008" y="2547464"/>
            <a:ext cx="4312035" cy="2182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38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7042F3-D92E-C439-AB71-C1BF97CA8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B79210-CA81-B4F7-2E41-22DCD4497779}"/>
              </a:ext>
            </a:extLst>
          </p:cNvPr>
          <p:cNvSpPr/>
          <p:nvPr/>
        </p:nvSpPr>
        <p:spPr>
          <a:xfrm>
            <a:off x="0" y="11481"/>
            <a:ext cx="9143999" cy="23764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cs typeface="Times New Roman" panose="02020603050405020304" pitchFamily="18" charset="0"/>
              </a:rPr>
              <a:t>4- LÃI NGUYÊN LIỆU &amp; LÃI BIẾN PHÍ</a:t>
            </a:r>
            <a:endParaRPr lang="en-US" dirty="0">
              <a:cs typeface="Times New Roman" panose="02020603050405020304" pitchFamily="18" charset="0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4DF1C1E-0E10-B16E-7B7D-B6C1875E8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2003481"/>
              </p:ext>
            </p:extLst>
          </p:nvPr>
        </p:nvGraphicFramePr>
        <p:xfrm>
          <a:off x="10279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578627E2-FBC1-8B10-0EFA-CE5AD65DE6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475" y="984738"/>
            <a:ext cx="4646440" cy="29907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7153E3-1436-4067-6218-79356DB861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0092" y="984738"/>
            <a:ext cx="4178434" cy="299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185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52A0B-4862-16AB-7E13-9B5BEA8B4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64D752-42E2-B6A5-0915-BD9C87995F8A}"/>
              </a:ext>
            </a:extLst>
          </p:cNvPr>
          <p:cNvSpPr/>
          <p:nvPr/>
        </p:nvSpPr>
        <p:spPr>
          <a:xfrm>
            <a:off x="0" y="4554"/>
            <a:ext cx="9143999" cy="264057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+mj-lt"/>
                <a:cs typeface="Times New Roman" panose="02020603050405020304" pitchFamily="18" charset="0"/>
              </a:rPr>
              <a:t>5- CHI PHÍ HOẠT ĐỘNG (</a:t>
            </a:r>
            <a:r>
              <a:rPr lang="en-US" b="1" dirty="0" err="1">
                <a:latin typeface="+mj-lt"/>
                <a:cs typeface="Times New Roman" panose="02020603050405020304" pitchFamily="18" charset="0"/>
              </a:rPr>
              <a:t>OpEx</a:t>
            </a:r>
            <a:r>
              <a:rPr lang="en-US" b="1" dirty="0">
                <a:latin typeface="+mj-lt"/>
                <a:cs typeface="Times New Roman" panose="02020603050405020304" pitchFamily="18" charset="0"/>
              </a:rPr>
              <a:t>) THEO KHOẢN MỤC 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+mj-lt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 bao </a:t>
            </a:r>
            <a:r>
              <a:rPr lang="en-US" dirty="0" err="1">
                <a:latin typeface="+mj-lt"/>
                <a:cs typeface="Times New Roman" panose="02020603050405020304" pitchFamily="18" charset="0"/>
              </a:rPr>
              <a:t>gồm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 chi </a:t>
            </a:r>
            <a:r>
              <a:rPr lang="en-US" dirty="0" err="1">
                <a:latin typeface="+mj-lt"/>
                <a:cs typeface="Times New Roman" panose="02020603050405020304" pitchFamily="18" charset="0"/>
              </a:rPr>
              <a:t>phí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+mj-lt"/>
                <a:cs typeface="Times New Roman" panose="02020603050405020304" pitchFamily="18" charset="0"/>
              </a:rPr>
              <a:t>lương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B72FD-DD8D-8E36-91C9-33338E47A2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0ADEB45-F358-F81B-578E-F67258A757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6575099"/>
              </p:ext>
            </p:extLst>
          </p:nvPr>
        </p:nvGraphicFramePr>
        <p:xfrm>
          <a:off x="31218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C67D5C6F-4BB8-DBF6-08D5-DB6C0384E1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4610" y="294051"/>
            <a:ext cx="844550" cy="17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93765F4-CC11-B9CE-3845-19538D0C88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" y="590843"/>
            <a:ext cx="8685503" cy="4123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722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A2300-91AE-3DBB-5B39-48578998E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09BE0FB-1B44-5CA0-72E8-ED26C4AB63CF}"/>
              </a:ext>
            </a:extLst>
          </p:cNvPr>
          <p:cNvSpPr/>
          <p:nvPr/>
        </p:nvSpPr>
        <p:spPr>
          <a:xfrm>
            <a:off x="0" y="11481"/>
            <a:ext cx="9143999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+mj-lt"/>
                <a:cs typeface="Times New Roman" panose="02020603050405020304" pitchFamily="18" charset="0"/>
              </a:rPr>
              <a:t>6- SỐ LƯỢNG NHÂN SỰ - Headcount </a:t>
            </a:r>
            <a:endParaRPr lang="en-US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1DD7DA-AA8C-6558-4491-5A9DEAE184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9BBC5FB-DED5-CA93-ED52-6AC58FA3E7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4980161"/>
              </p:ext>
            </p:extLst>
          </p:nvPr>
        </p:nvGraphicFramePr>
        <p:xfrm>
          <a:off x="17260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C537DB8-7143-422A-1213-87EDD73A1D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0409" y="711350"/>
            <a:ext cx="1157353" cy="212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5CF0B0-83F3-EF43-81D0-2C89823C414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6523" y="1040822"/>
            <a:ext cx="8714936" cy="353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178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1C773-8105-4712-D5B0-394B48D44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58B5DD1-3D2C-017E-32B4-8B4C8E651284}"/>
              </a:ext>
            </a:extLst>
          </p:cNvPr>
          <p:cNvSpPr/>
          <p:nvPr/>
        </p:nvSpPr>
        <p:spPr>
          <a:xfrm>
            <a:off x="0" y="11481"/>
            <a:ext cx="9143999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+mj-lt"/>
                <a:cs typeface="Times New Roman" panose="02020603050405020304" pitchFamily="18" charset="0"/>
              </a:rPr>
              <a:t>6- CHI PHÍ NHÂN SỰ  THEO PHÒNG BAN </a:t>
            </a:r>
            <a:endParaRPr lang="en-US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C1AD3C-38D4-CDC7-DA86-A4A1F61666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43A6133-B2FE-28AD-20E6-FA4E5C10E9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282236"/>
              </p:ext>
            </p:extLst>
          </p:nvPr>
        </p:nvGraphicFramePr>
        <p:xfrm>
          <a:off x="17258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4FF53F6-D453-CF41-ED3D-0D95119327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0966" y="939582"/>
            <a:ext cx="847417" cy="1767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3B4264-B795-7F21-1DF2-3CE6659F5E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268" y="1227619"/>
            <a:ext cx="8397115" cy="290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753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7CA00-A352-9AA2-3E86-E273BF068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412CDA4-EEE1-40D3-B290-43E346932E14}"/>
              </a:ext>
            </a:extLst>
          </p:cNvPr>
          <p:cNvSpPr/>
          <p:nvPr/>
        </p:nvSpPr>
        <p:spPr>
          <a:xfrm>
            <a:off x="0" y="11481"/>
            <a:ext cx="9143999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+mj-lt"/>
                <a:cs typeface="Times New Roman" panose="02020603050405020304" pitchFamily="18" charset="0"/>
              </a:rPr>
              <a:t>6- CHI PHÍ NHÂN SỰ THEO LOẠI CHI PHÍ </a:t>
            </a:r>
            <a:endParaRPr lang="en-US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31B42B-1133-E563-A688-BA49F71ED1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54BEFF1-1EF1-BFFC-FA31-C4249BF5F8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7542220"/>
              </p:ext>
            </p:extLst>
          </p:nvPr>
        </p:nvGraphicFramePr>
        <p:xfrm>
          <a:off x="3296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6A971155-A2A4-070F-113A-202CC5236D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9569" y="727057"/>
            <a:ext cx="847417" cy="1767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E2D98C-8C26-18C4-6CDB-26720D29F5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574" y="1139483"/>
            <a:ext cx="8748809" cy="30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781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A411AB-0A40-E8E8-F509-5BC223600AF9}"/>
              </a:ext>
            </a:extLst>
          </p:cNvPr>
          <p:cNvSpPr/>
          <p:nvPr/>
        </p:nvSpPr>
        <p:spPr>
          <a:xfrm>
            <a:off x="0" y="-6927"/>
            <a:ext cx="9144000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+mj-lt"/>
                <a:cs typeface="Times New Roman" panose="02020603050405020304" pitchFamily="18" charset="0"/>
              </a:rPr>
              <a:t>7- ĐẦU TƯ TÀI SẢN CỐ ĐỊNH (CAPEX) </a:t>
            </a:r>
            <a:endParaRPr lang="en-US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D14C09-9E9D-F8A6-0190-0EF7466D20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44BB95D-455C-63EC-1A51-E10D2D6564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3678145"/>
              </p:ext>
            </p:extLst>
          </p:nvPr>
        </p:nvGraphicFramePr>
        <p:xfrm>
          <a:off x="-3682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30FF965-FA96-AE29-2821-D120030F09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855" y="706468"/>
            <a:ext cx="8249566" cy="38518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EE3CBE-F109-A0A8-05BF-4787FFBB89F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7003" y="497048"/>
            <a:ext cx="847417" cy="17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302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27399-8435-9882-CC77-D0C534E5A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71CAD5-E031-7B19-5772-5A4D2FB5A53A}"/>
              </a:ext>
            </a:extLst>
          </p:cNvPr>
          <p:cNvSpPr/>
          <p:nvPr/>
        </p:nvSpPr>
        <p:spPr>
          <a:xfrm>
            <a:off x="0" y="0"/>
            <a:ext cx="9144000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+mj-lt"/>
                <a:cs typeface="Times New Roman" panose="02020603050405020304" pitchFamily="18" charset="0"/>
              </a:rPr>
              <a:t>7- CHI TIẾT ĐẦU TƯ (CAPEX) </a:t>
            </a:r>
            <a:endParaRPr lang="en-US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6341F8-B457-274B-8755-69FAD29B4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004F1BB-B5F5-32F2-9C2C-F884638DD5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2681777"/>
              </p:ext>
            </p:extLst>
          </p:nvPr>
        </p:nvGraphicFramePr>
        <p:xfrm>
          <a:off x="17260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5114265B-FDB2-AA81-733A-FB082AA288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760" y="530456"/>
            <a:ext cx="7772400" cy="43076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099DF7-C2FF-C319-0758-86A08A0B88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1743" y="337715"/>
            <a:ext cx="847417" cy="17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086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5F89FB-F1AE-E2B7-F2DB-F462ED4F9681}"/>
              </a:ext>
            </a:extLst>
          </p:cNvPr>
          <p:cNvSpPr/>
          <p:nvPr/>
        </p:nvSpPr>
        <p:spPr>
          <a:xfrm>
            <a:off x="0" y="0"/>
            <a:ext cx="9143999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+mj-lt"/>
                <a:cs typeface="Times New Roman" panose="02020603050405020304" pitchFamily="18" charset="0"/>
              </a:rPr>
              <a:t>8- KẾT QUẢ KINH DOANH</a:t>
            </a:r>
            <a:endParaRPr lang="en-US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8CE447-EEA6-ABD6-499E-E13E79A3E4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3C93D1C-4DBD-78AF-891E-D76BAF1AD0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8082100"/>
              </p:ext>
            </p:extLst>
          </p:nvPr>
        </p:nvGraphicFramePr>
        <p:xfrm>
          <a:off x="17258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7C643B2E-B149-CF7A-FFB0-5C6F53C959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778" y="513472"/>
            <a:ext cx="8827478" cy="436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840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24ED2B-C352-01D9-1AA6-FED91727EBB6}"/>
              </a:ext>
            </a:extLst>
          </p:cNvPr>
          <p:cNvSpPr/>
          <p:nvPr/>
        </p:nvSpPr>
        <p:spPr>
          <a:xfrm>
            <a:off x="0" y="0"/>
            <a:ext cx="9143999" cy="246657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cs typeface="Times New Roman" panose="02020603050405020304" pitchFamily="18" charset="0"/>
              </a:rPr>
              <a:t>8- TÌNH HÌNH TÀI CHÍNH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EC72A-5D29-6860-E9FD-C30F8E413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2A6AB251-D569-C6C9-2667-158FC01313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1716894"/>
              </p:ext>
            </p:extLst>
          </p:nvPr>
        </p:nvGraphicFramePr>
        <p:xfrm>
          <a:off x="3298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CDD7AA9-0B06-5DDE-9075-3BD4AD61C5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8776" y="255034"/>
            <a:ext cx="853514" cy="1767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B4934E3-D9F4-A871-C3A0-53C29EE323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912" y="536448"/>
            <a:ext cx="8363711" cy="420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303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120A6-7749-0069-6EF5-1053431B9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92127F-6C9A-B260-5388-5539DD6DB6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31A22CCE-7013-70E0-4CA9-4E6564C459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2928134"/>
              </p:ext>
            </p:extLst>
          </p:nvPr>
        </p:nvGraphicFramePr>
        <p:xfrm>
          <a:off x="24236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DEF192A-0772-3C18-C39E-B15A252BDC2B}"/>
              </a:ext>
            </a:extLst>
          </p:cNvPr>
          <p:cNvSpPr/>
          <p:nvPr/>
        </p:nvSpPr>
        <p:spPr>
          <a:xfrm>
            <a:off x="0" y="0"/>
            <a:ext cx="9143999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cs typeface="Times New Roman" panose="02020603050405020304" pitchFamily="18" charset="0"/>
              </a:rPr>
              <a:t>8- DÒNG TIỀN</a:t>
            </a:r>
            <a:endParaRPr lang="en-US" dirty="0"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B0B0F4-A2CE-BD46-B29D-50B864066A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246" y="349476"/>
            <a:ext cx="853514" cy="1767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78EEAB-FADF-F082-0901-21E74FA80D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52" y="621792"/>
            <a:ext cx="8174737" cy="417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687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2EA82A8-EEF3-EFED-5CDD-9FAC5A47E2F6}"/>
              </a:ext>
            </a:extLst>
          </p:cNvPr>
          <p:cNvSpPr/>
          <p:nvPr/>
        </p:nvSpPr>
        <p:spPr>
          <a:xfrm>
            <a:off x="0" y="1"/>
            <a:ext cx="9143999" cy="257484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cs typeface="Times New Roman" panose="02020603050405020304" pitchFamily="18" charset="0"/>
              </a:rPr>
              <a:t>9- CHỈ SỐ TÀI CHÍNH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9D957-4ED3-B71B-71DA-44BF581137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46E57A5-E9C6-EF9B-FB93-DB7C86529B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2232901"/>
              </p:ext>
            </p:extLst>
          </p:nvPr>
        </p:nvGraphicFramePr>
        <p:xfrm>
          <a:off x="-3680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9FEF82D-A136-153A-FDEF-24FF05CCF0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526" y="263811"/>
            <a:ext cx="853514" cy="1767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731B5C-D43D-50CC-2891-838D288D75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936" y="505378"/>
            <a:ext cx="8144256" cy="416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557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2DF7E1-E8E9-D2CB-C83F-D1EF24109481}"/>
              </a:ext>
            </a:extLst>
          </p:cNvPr>
          <p:cNvSpPr/>
          <p:nvPr/>
        </p:nvSpPr>
        <p:spPr>
          <a:xfrm>
            <a:off x="0" y="0"/>
            <a:ext cx="9143999" cy="212575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cs typeface="Times New Roman" panose="02020603050405020304" pitchFamily="18" charset="0"/>
              </a:rPr>
              <a:t>10- TÓM TẮT CÁC CHỈ TIÊU CHÍNH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6507F-4352-BECC-7753-EA48CCA35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8546" y="4930925"/>
            <a:ext cx="415453" cy="212575"/>
          </a:xfrm>
        </p:spPr>
        <p:txBody>
          <a:bodyPr/>
          <a:lstStyle/>
          <a:p>
            <a:fld id="{DD554874-E025-4583-820E-CA4CA4C050FD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B43E0D-4248-8143-98F9-3BF648DBB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98" y="377625"/>
            <a:ext cx="8363705" cy="33226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AD4383-1066-E916-5A3E-E9A9209FC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262" y="3837581"/>
            <a:ext cx="8743530" cy="103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222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38860-EFE9-6180-0E08-A44D6FAC4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762DAF-59C0-422C-3082-0EE2EA8A10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758" y="4929232"/>
            <a:ext cx="415453" cy="212575"/>
          </a:xfrm>
        </p:spPr>
        <p:txBody>
          <a:bodyPr/>
          <a:lstStyle/>
          <a:p>
            <a:fld id="{DD554874-E025-4583-820E-CA4CA4C050FD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49BB47-B82C-0355-DA8D-830A756A4BE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69874" y="1373453"/>
            <a:ext cx="6942370" cy="1958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928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4C6CE388F40B46B0C2E66A7D3B5851" ma:contentTypeVersion="0" ma:contentTypeDescription="Create a new document." ma:contentTypeScope="" ma:versionID="ab9fbeca4f2cba9ba8141113a889067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84c390a07b92f3072bc78982b6f0c3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8EC89B-1DEF-4922-9880-5A9480057DB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755C64E-F8BD-4185-92AB-7B94DC3A86C2}">
  <ds:schemaRefs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F3141D80-314A-4281-9C7D-EDC68DD94D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00b9a165-4467-4156-b58f-75ccba478fa9}" enabled="0" method="" siteId="{00b9a165-4467-4156-b58f-75ccba478fa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13125</TotalTime>
  <Words>1365</Words>
  <Application>Microsoft Office PowerPoint</Application>
  <PresentationFormat>On-screen Show (16:9)</PresentationFormat>
  <Paragraphs>256</Paragraphs>
  <Slides>19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Muli</vt:lpstr>
      <vt:lpstr>Roboto Slab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Focus</dc:title>
  <dc:creator>Nghĩa, Trần Công</dc:creator>
  <cp:lastModifiedBy>Linh, Nguyễn Thị Trúc</cp:lastModifiedBy>
  <cp:revision>69</cp:revision>
  <cp:lastPrinted>2025-11-19T10:32:48Z</cp:lastPrinted>
  <dcterms:modified xsi:type="dcterms:W3CDTF">2026-03-17T09:27:54Z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0x010100224C6CE388F40B46B0C2E66A7D3B5851</vt:lpwstr>
  </property>
</Properties>
</file>