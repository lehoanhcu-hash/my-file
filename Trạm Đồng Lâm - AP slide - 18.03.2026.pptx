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1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12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13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14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7" r:id="rId4"/>
  </p:sldMasterIdLst>
  <p:notesMasterIdLst>
    <p:notesMasterId r:id="rId26"/>
  </p:notesMasterIdLst>
  <p:handoutMasterIdLst>
    <p:handoutMasterId r:id="rId27"/>
  </p:handoutMasterIdLst>
  <p:sldIdLst>
    <p:sldId id="491" r:id="rId5"/>
    <p:sldId id="339" r:id="rId6"/>
    <p:sldId id="334" r:id="rId7"/>
    <p:sldId id="496" r:id="rId8"/>
    <p:sldId id="337" r:id="rId9"/>
    <p:sldId id="494" r:id="rId10"/>
    <p:sldId id="495" r:id="rId11"/>
    <p:sldId id="355" r:id="rId12"/>
    <p:sldId id="345" r:id="rId13"/>
    <p:sldId id="486" r:id="rId14"/>
    <p:sldId id="488" r:id="rId15"/>
    <p:sldId id="489" r:id="rId16"/>
    <p:sldId id="350" r:id="rId17"/>
    <p:sldId id="354" r:id="rId18"/>
    <p:sldId id="490" r:id="rId19"/>
    <p:sldId id="336" r:id="rId20"/>
    <p:sldId id="335" r:id="rId21"/>
    <p:sldId id="358" r:id="rId22"/>
    <p:sldId id="349" r:id="rId23"/>
    <p:sldId id="353" r:id="rId24"/>
    <p:sldId id="293" r:id="rId25"/>
  </p:sldIdLst>
  <p:sldSz cx="9144000" cy="5143500" type="screen16x9"/>
  <p:notesSz cx="6799263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AP presentation" id="{8E4498FF-85E0-457D-9BFF-FFE67C62EA5C}">
          <p14:sldIdLst>
            <p14:sldId id="491"/>
            <p14:sldId id="339"/>
            <p14:sldId id="334"/>
            <p14:sldId id="496"/>
            <p14:sldId id="337"/>
            <p14:sldId id="494"/>
            <p14:sldId id="495"/>
            <p14:sldId id="355"/>
            <p14:sldId id="345"/>
            <p14:sldId id="486"/>
            <p14:sldId id="488"/>
            <p14:sldId id="489"/>
            <p14:sldId id="350"/>
            <p14:sldId id="354"/>
            <p14:sldId id="490"/>
            <p14:sldId id="336"/>
            <p14:sldId id="335"/>
            <p14:sldId id="358"/>
            <p14:sldId id="349"/>
            <p14:sldId id="353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0B3734-228D-1D91-AA35-15765602FCF0}" name="Thiện, Trần Ngọc Phước" initials="TT" userId="S::TranNgocPhuocThien@duytangroup.com::c95ca287-6e50-4541-8801-ae49145525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0000FF"/>
    <a:srgbClr val="4E95D9"/>
    <a:srgbClr val="EAEAEA"/>
    <a:srgbClr val="176534"/>
    <a:srgbClr val="119303"/>
    <a:srgbClr val="006736"/>
    <a:srgbClr val="70AD47"/>
    <a:srgbClr val="00006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B2A305-6170-4A79-AD70-2E00B89A0764}" v="107" dt="2026-03-17T12:29:58.403"/>
  </p1510:revLst>
</p1510:revInfo>
</file>

<file path=ppt/tableStyles.xml><?xml version="1.0" encoding="utf-8"?>
<a:tblStyleLst xmlns:a="http://schemas.openxmlformats.org/drawingml/2006/main" def="{6A077030-E235-474E-B3E8-3EB61F41259E}">
  <a:tblStyle styleId="{6A077030-E235-474E-B3E8-3EB61F4125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4" autoAdjust="0"/>
    <p:restoredTop sz="94038" autoAdjust="0"/>
  </p:normalViewPr>
  <p:slideViewPr>
    <p:cSldViewPr snapToGrid="0">
      <p:cViewPr varScale="1">
        <p:scale>
          <a:sx n="102" d="100"/>
          <a:sy n="102" d="100"/>
        </p:scale>
        <p:origin x="802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7" d="100"/>
          <a:sy n="87" d="100"/>
        </p:scale>
        <p:origin x="1912" y="-2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gân, Lê Thùy" userId="42bd8b4b-37e6-450a-bb9e-583a013ce67a" providerId="ADAL" clId="{6D8318EB-7D9D-424B-9BA4-BA989567E74E}"/>
    <pc:docChg chg="undo custSel addSld delSld modSld sldOrd modMainMaster modSection modNotesMaster modHandout">
      <pc:chgData name="Ngân, Lê Thùy" userId="42bd8b4b-37e6-450a-bb9e-583a013ce67a" providerId="ADAL" clId="{6D8318EB-7D9D-424B-9BA4-BA989567E74E}" dt="2026-03-17T12:30:05.130" v="3779" actId="14100"/>
      <pc:docMkLst>
        <pc:docMk/>
      </pc:docMkLst>
      <pc:sldChg chg="modNotes">
        <pc:chgData name="Ngân, Lê Thùy" userId="42bd8b4b-37e6-450a-bb9e-583a013ce67a" providerId="ADAL" clId="{6D8318EB-7D9D-424B-9BA4-BA989567E74E}" dt="2026-03-17T11:42:32.528" v="3704"/>
        <pc:sldMkLst>
          <pc:docMk/>
          <pc:sldMk cId="2890928810" sldId="293"/>
        </pc:sldMkLst>
      </pc:sldChg>
      <pc:sldChg chg="addSp delSp modSp mod modShow modNotes modNotesTx">
        <pc:chgData name="Ngân, Lê Thùy" userId="42bd8b4b-37e6-450a-bb9e-583a013ce67a" providerId="ADAL" clId="{6D8318EB-7D9D-424B-9BA4-BA989567E74E}" dt="2026-03-17T12:24:33.501" v="3746" actId="207"/>
        <pc:sldMkLst>
          <pc:docMk/>
          <pc:sldMk cId="2965839819" sldId="334"/>
        </pc:sldMkLst>
        <pc:spChg chg="add mod">
          <ac:chgData name="Ngân, Lê Thùy" userId="42bd8b4b-37e6-450a-bb9e-583a013ce67a" providerId="ADAL" clId="{6D8318EB-7D9D-424B-9BA4-BA989567E74E}" dt="2026-03-17T12:24:33.501" v="3746" actId="207"/>
          <ac:spMkLst>
            <pc:docMk/>
            <pc:sldMk cId="2965839819" sldId="334"/>
            <ac:spMk id="7" creationId="{1CF1E3BD-D38B-425C-AF55-E3D4ED120078}"/>
          </ac:spMkLst>
        </pc:spChg>
      </pc:sldChg>
      <pc:sldChg chg="addSp delSp modSp mod modNotes">
        <pc:chgData name="Ngân, Lê Thùy" userId="42bd8b4b-37e6-450a-bb9e-583a013ce67a" providerId="ADAL" clId="{6D8318EB-7D9D-424B-9BA4-BA989567E74E}" dt="2026-03-17T11:42:32.528" v="3704"/>
        <pc:sldMkLst>
          <pc:docMk/>
          <pc:sldMk cId="2189303431" sldId="335"/>
        </pc:sldMkLst>
        <pc:graphicFrameChg chg="add mod modGraphic">
          <ac:chgData name="Ngân, Lê Thùy" userId="42bd8b4b-37e6-450a-bb9e-583a013ce67a" providerId="ADAL" clId="{6D8318EB-7D9D-424B-9BA4-BA989567E74E}" dt="2026-03-17T11:24:01.853" v="3642" actId="14734"/>
          <ac:graphicFrameMkLst>
            <pc:docMk/>
            <pc:sldMk cId="2189303431" sldId="335"/>
            <ac:graphicFrameMk id="3" creationId="{5FE29FB6-187D-7482-FF22-13F9F7AE0D73}"/>
          </ac:graphicFrameMkLst>
        </pc:graphicFrameChg>
        <pc:graphicFrameChg chg="del modGraphic">
          <ac:chgData name="Ngân, Lê Thùy" userId="42bd8b4b-37e6-450a-bb9e-583a013ce67a" providerId="ADAL" clId="{6D8318EB-7D9D-424B-9BA4-BA989567E74E}" dt="2026-03-17T11:19:59.488" v="3623" actId="478"/>
          <ac:graphicFrameMkLst>
            <pc:docMk/>
            <pc:sldMk cId="2189303431" sldId="335"/>
            <ac:graphicFrameMk id="6" creationId="{CE7DA039-9EEB-777E-C10E-A8C288E2B4D8}"/>
          </ac:graphicFrameMkLst>
        </pc:graphicFrameChg>
      </pc:sldChg>
      <pc:sldChg chg="addSp delSp modSp mod">
        <pc:chgData name="Ngân, Lê Thùy" userId="42bd8b4b-37e6-450a-bb9e-583a013ce67a" providerId="ADAL" clId="{6D8318EB-7D9D-424B-9BA4-BA989567E74E}" dt="2026-03-17T11:32:50.945" v="3670" actId="20577"/>
        <pc:sldMkLst>
          <pc:docMk/>
          <pc:sldMk cId="3202840034" sldId="336"/>
        </pc:sldMkLst>
        <pc:graphicFrameChg chg="add mod modGraphic">
          <ac:chgData name="Ngân, Lê Thùy" userId="42bd8b4b-37e6-450a-bb9e-583a013ce67a" providerId="ADAL" clId="{6D8318EB-7D9D-424B-9BA4-BA989567E74E}" dt="2026-03-17T11:32:50.945" v="3670" actId="20577"/>
          <ac:graphicFrameMkLst>
            <pc:docMk/>
            <pc:sldMk cId="3202840034" sldId="336"/>
            <ac:graphicFrameMk id="4" creationId="{7AC69EB6-140F-F654-ABB5-1EA7DBFD9137}"/>
          </ac:graphicFrameMkLst>
        </pc:graphicFrameChg>
        <pc:picChg chg="del">
          <ac:chgData name="Ngân, Lê Thùy" userId="42bd8b4b-37e6-450a-bb9e-583a013ce67a" providerId="ADAL" clId="{6D8318EB-7D9D-424B-9BA4-BA989567E74E}" dt="2026-03-17T10:44:37.465" v="3609" actId="478"/>
          <ac:picMkLst>
            <pc:docMk/>
            <pc:sldMk cId="3202840034" sldId="336"/>
            <ac:picMk id="2" creationId="{F666DA3B-B447-42CE-8A1F-4E3E6773D704}"/>
          </ac:picMkLst>
        </pc:picChg>
      </pc:sldChg>
      <pc:sldChg chg="addSp delSp modSp mod modNotes">
        <pc:chgData name="Ngân, Lê Thùy" userId="42bd8b4b-37e6-450a-bb9e-583a013ce67a" providerId="ADAL" clId="{6D8318EB-7D9D-424B-9BA4-BA989567E74E}" dt="2026-03-17T11:42:32.528" v="3704"/>
        <pc:sldMkLst>
          <pc:docMk/>
          <pc:sldMk cId="342575093" sldId="337"/>
        </pc:sldMkLst>
        <pc:picChg chg="add del mod">
          <ac:chgData name="Ngân, Lê Thùy" userId="42bd8b4b-37e6-450a-bb9e-583a013ce67a" providerId="ADAL" clId="{6D8318EB-7D9D-424B-9BA4-BA989567E74E}" dt="2026-03-17T08:37:26.395" v="3226" actId="478"/>
          <ac:picMkLst>
            <pc:docMk/>
            <pc:sldMk cId="342575093" sldId="337"/>
            <ac:picMk id="4" creationId="{8CABB955-69E7-2393-391F-4E9160F2F82F}"/>
          </ac:picMkLst>
        </pc:picChg>
        <pc:picChg chg="del">
          <ac:chgData name="Ngân, Lê Thùy" userId="42bd8b4b-37e6-450a-bb9e-583a013ce67a" providerId="ADAL" clId="{6D8318EB-7D9D-424B-9BA4-BA989567E74E}" dt="2026-03-17T08:42:30.312" v="3242" actId="478"/>
          <ac:picMkLst>
            <pc:docMk/>
            <pc:sldMk cId="342575093" sldId="337"/>
            <ac:picMk id="6" creationId="{39820547-5764-527A-B480-4915645A42A8}"/>
          </ac:picMkLst>
        </pc:picChg>
        <pc:picChg chg="del">
          <ac:chgData name="Ngân, Lê Thùy" userId="42bd8b4b-37e6-450a-bb9e-583a013ce67a" providerId="ADAL" clId="{6D8318EB-7D9D-424B-9BA4-BA989567E74E}" dt="2026-03-17T08:44:44.095" v="3255" actId="478"/>
          <ac:picMkLst>
            <pc:docMk/>
            <pc:sldMk cId="342575093" sldId="337"/>
            <ac:picMk id="7" creationId="{71F8801B-543E-5539-0A34-E559E37A7D6E}"/>
          </ac:picMkLst>
        </pc:picChg>
        <pc:picChg chg="del">
          <ac:chgData name="Ngân, Lê Thùy" userId="42bd8b4b-37e6-450a-bb9e-583a013ce67a" providerId="ADAL" clId="{6D8318EB-7D9D-424B-9BA4-BA989567E74E}" dt="2026-03-17T08:38:46.651" v="3231" actId="478"/>
          <ac:picMkLst>
            <pc:docMk/>
            <pc:sldMk cId="342575093" sldId="337"/>
            <ac:picMk id="8" creationId="{5EEC57F4-D356-8A54-6C18-A3DB795702E0}"/>
          </ac:picMkLst>
        </pc:picChg>
        <pc:picChg chg="del">
          <ac:chgData name="Ngân, Lê Thùy" userId="42bd8b4b-37e6-450a-bb9e-583a013ce67a" providerId="ADAL" clId="{6D8318EB-7D9D-424B-9BA4-BA989567E74E}" dt="2026-03-17T08:35:52.008" v="3221" actId="478"/>
          <ac:picMkLst>
            <pc:docMk/>
            <pc:sldMk cId="342575093" sldId="337"/>
            <ac:picMk id="9" creationId="{2F6683A0-9E2D-431C-8002-715B4F2C5ACC}"/>
          </ac:picMkLst>
        </pc:picChg>
        <pc:picChg chg="add mod">
          <ac:chgData name="Ngân, Lê Thùy" userId="42bd8b4b-37e6-450a-bb9e-583a013ce67a" providerId="ADAL" clId="{6D8318EB-7D9D-424B-9BA4-BA989567E74E}" dt="2026-03-17T08:37:36.106" v="3230" actId="14100"/>
          <ac:picMkLst>
            <pc:docMk/>
            <pc:sldMk cId="342575093" sldId="337"/>
            <ac:picMk id="12" creationId="{B44703FF-FCE1-3448-CB88-8956695460F2}"/>
          </ac:picMkLst>
        </pc:picChg>
        <pc:picChg chg="add del mod">
          <ac:chgData name="Ngân, Lê Thùy" userId="42bd8b4b-37e6-450a-bb9e-583a013ce67a" providerId="ADAL" clId="{6D8318EB-7D9D-424B-9BA4-BA989567E74E}" dt="2026-03-17T08:39:19.060" v="3236" actId="478"/>
          <ac:picMkLst>
            <pc:docMk/>
            <pc:sldMk cId="342575093" sldId="337"/>
            <ac:picMk id="13" creationId="{4135A8C4-C537-97B1-0E75-4968CA467D83}"/>
          </ac:picMkLst>
        </pc:picChg>
        <pc:picChg chg="add mod">
          <ac:chgData name="Ngân, Lê Thùy" userId="42bd8b4b-37e6-450a-bb9e-583a013ce67a" providerId="ADAL" clId="{6D8318EB-7D9D-424B-9BA4-BA989567E74E}" dt="2026-03-17T08:41:31.749" v="3241" actId="14100"/>
          <ac:picMkLst>
            <pc:docMk/>
            <pc:sldMk cId="342575093" sldId="337"/>
            <ac:picMk id="14" creationId="{AF3EBCE1-71D3-D8E8-8160-9A59D5F47B18}"/>
          </ac:picMkLst>
        </pc:picChg>
        <pc:picChg chg="add del mod">
          <ac:chgData name="Ngân, Lê Thùy" userId="42bd8b4b-37e6-450a-bb9e-583a013ce67a" providerId="ADAL" clId="{6D8318EB-7D9D-424B-9BA4-BA989567E74E}" dt="2026-03-17T08:44:04.930" v="3247" actId="478"/>
          <ac:picMkLst>
            <pc:docMk/>
            <pc:sldMk cId="342575093" sldId="337"/>
            <ac:picMk id="16" creationId="{62D454B7-259C-FB9C-67DA-FCCDE4B0C88A}"/>
          </ac:picMkLst>
        </pc:picChg>
        <pc:picChg chg="add mod">
          <ac:chgData name="Ngân, Lê Thùy" userId="42bd8b4b-37e6-450a-bb9e-583a013ce67a" providerId="ADAL" clId="{6D8318EB-7D9D-424B-9BA4-BA989567E74E}" dt="2026-03-17T08:44:30.586" v="3254" actId="14100"/>
          <ac:picMkLst>
            <pc:docMk/>
            <pc:sldMk cId="342575093" sldId="337"/>
            <ac:picMk id="17" creationId="{22277CF9-42EA-1900-00D5-30A888E4EB79}"/>
          </ac:picMkLst>
        </pc:picChg>
        <pc:picChg chg="add mod">
          <ac:chgData name="Ngân, Lê Thùy" userId="42bd8b4b-37e6-450a-bb9e-583a013ce67a" providerId="ADAL" clId="{6D8318EB-7D9D-424B-9BA4-BA989567E74E}" dt="2026-03-17T08:45:03.603" v="3262" actId="14100"/>
          <ac:picMkLst>
            <pc:docMk/>
            <pc:sldMk cId="342575093" sldId="337"/>
            <ac:picMk id="18" creationId="{56382607-E45B-4E68-E65A-3F338AE44C09}"/>
          </ac:picMkLst>
        </pc:picChg>
      </pc:sldChg>
      <pc:sldChg chg="modNotes">
        <pc:chgData name="Ngân, Lê Thùy" userId="42bd8b4b-37e6-450a-bb9e-583a013ce67a" providerId="ADAL" clId="{6D8318EB-7D9D-424B-9BA4-BA989567E74E}" dt="2026-03-17T11:42:32.528" v="3704"/>
        <pc:sldMkLst>
          <pc:docMk/>
          <pc:sldMk cId="3818345709" sldId="339"/>
        </pc:sldMkLst>
      </pc:sldChg>
      <pc:sldChg chg="addSp delSp modSp mod modNotes">
        <pc:chgData name="Ngân, Lê Thùy" userId="42bd8b4b-37e6-450a-bb9e-583a013ce67a" providerId="ADAL" clId="{6D8318EB-7D9D-424B-9BA4-BA989567E74E}" dt="2026-03-17T11:42:32.528" v="3704"/>
        <pc:sldMkLst>
          <pc:docMk/>
          <pc:sldMk cId="1584722520" sldId="345"/>
        </pc:sldMkLst>
        <pc:spChg chg="mod">
          <ac:chgData name="Ngân, Lê Thùy" userId="42bd8b4b-37e6-450a-bb9e-583a013ce67a" providerId="ADAL" clId="{6D8318EB-7D9D-424B-9BA4-BA989567E74E}" dt="2026-03-17T09:45:43.752" v="3447" actId="20577"/>
          <ac:spMkLst>
            <pc:docMk/>
            <pc:sldMk cId="1584722520" sldId="345"/>
            <ac:spMk id="2" creationId="{F364D752-42E2-B6A5-0915-BD9C87995F8A}"/>
          </ac:spMkLst>
        </pc:spChg>
        <pc:spChg chg="del mod">
          <ac:chgData name="Ngân, Lê Thùy" userId="42bd8b4b-37e6-450a-bb9e-583a013ce67a" providerId="ADAL" clId="{6D8318EB-7D9D-424B-9BA4-BA989567E74E}" dt="2026-03-17T09:45:33.853" v="3430" actId="478"/>
          <ac:spMkLst>
            <pc:docMk/>
            <pc:sldMk cId="1584722520" sldId="345"/>
            <ac:spMk id="6" creationId="{8E9F866B-9399-D602-67A0-C26FF6F6D24F}"/>
          </ac:spMkLst>
        </pc:spChg>
        <pc:graphicFrameChg chg="add mod modGraphic">
          <ac:chgData name="Ngân, Lê Thùy" userId="42bd8b4b-37e6-450a-bb9e-583a013ce67a" providerId="ADAL" clId="{6D8318EB-7D9D-424B-9BA4-BA989567E74E}" dt="2026-03-17T09:45:48.678" v="3448" actId="14100"/>
          <ac:graphicFrameMkLst>
            <pc:docMk/>
            <pc:sldMk cId="1584722520" sldId="345"/>
            <ac:graphicFrameMk id="8" creationId="{67AFF1E5-88C9-3120-BB1C-1A5B5497D2DD}"/>
          </ac:graphicFrameMkLst>
        </pc:graphicFrameChg>
        <pc:graphicFrameChg chg="add mod">
          <ac:chgData name="Ngân, Lê Thùy" userId="42bd8b4b-37e6-450a-bb9e-583a013ce67a" providerId="ADAL" clId="{6D8318EB-7D9D-424B-9BA4-BA989567E74E}" dt="2026-03-17T09:43:56.995" v="3412"/>
          <ac:graphicFrameMkLst>
            <pc:docMk/>
            <pc:sldMk cId="1584722520" sldId="345"/>
            <ac:graphicFrameMk id="10" creationId="{77D28A87-08A4-FCA7-0ACD-DF1B442472F6}"/>
          </ac:graphicFrameMkLst>
        </pc:graphicFrameChg>
        <pc:picChg chg="del">
          <ac:chgData name="Ngân, Lê Thùy" userId="42bd8b4b-37e6-450a-bb9e-583a013ce67a" providerId="ADAL" clId="{6D8318EB-7D9D-424B-9BA4-BA989567E74E}" dt="2026-03-17T09:40:12.004" v="3367" actId="478"/>
          <ac:picMkLst>
            <pc:docMk/>
            <pc:sldMk cId="1584722520" sldId="345"/>
            <ac:picMk id="3" creationId="{4F42DCA7-043D-AAC9-8042-723CC6180A98}"/>
          </ac:picMkLst>
        </pc:picChg>
        <pc:picChg chg="add del mod">
          <ac:chgData name="Ngân, Lê Thùy" userId="42bd8b4b-37e6-450a-bb9e-583a013ce67a" providerId="ADAL" clId="{6D8318EB-7D9D-424B-9BA4-BA989567E74E}" dt="2026-03-17T09:40:55.801" v="3374" actId="478"/>
          <ac:picMkLst>
            <pc:docMk/>
            <pc:sldMk cId="1584722520" sldId="345"/>
            <ac:picMk id="4" creationId="{8291E363-A419-A79F-0D19-573FFDFDCAD6}"/>
          </ac:picMkLst>
        </pc:picChg>
        <pc:picChg chg="add del">
          <ac:chgData name="Ngân, Lê Thùy" userId="42bd8b4b-37e6-450a-bb9e-583a013ce67a" providerId="ADAL" clId="{6D8318EB-7D9D-424B-9BA4-BA989567E74E}" dt="2026-03-17T09:41:36.204" v="3376" actId="478"/>
          <ac:picMkLst>
            <pc:docMk/>
            <pc:sldMk cId="1584722520" sldId="345"/>
            <ac:picMk id="7" creationId="{4068830A-133E-A0B1-CCC0-4614B45CF3A4}"/>
          </ac:picMkLst>
        </pc:picChg>
        <pc:picChg chg="add">
          <ac:chgData name="Ngân, Lê Thùy" userId="42bd8b4b-37e6-450a-bb9e-583a013ce67a" providerId="ADAL" clId="{6D8318EB-7D9D-424B-9BA4-BA989567E74E}" dt="2026-03-17T09:44:01.382" v="3413"/>
          <ac:picMkLst>
            <pc:docMk/>
            <pc:sldMk cId="1584722520" sldId="345"/>
            <ac:picMk id="11" creationId="{02274425-81A9-7BB7-B7A1-E0B817680207}"/>
          </ac:picMkLst>
        </pc:picChg>
      </pc:sldChg>
      <pc:sldChg chg="addSp delSp modSp mod">
        <pc:chgData name="Ngân, Lê Thùy" userId="42bd8b4b-37e6-450a-bb9e-583a013ce67a" providerId="ADAL" clId="{6D8318EB-7D9D-424B-9BA4-BA989567E74E}" dt="2026-03-17T11:29:15.438" v="3656" actId="255"/>
        <pc:sldMkLst>
          <pc:docMk/>
          <pc:sldMk cId="2471557210" sldId="349"/>
        </pc:sldMkLst>
        <pc:graphicFrameChg chg="del">
          <ac:chgData name="Ngân, Lê Thùy" userId="42bd8b4b-37e6-450a-bb9e-583a013ce67a" providerId="ADAL" clId="{6D8318EB-7D9D-424B-9BA4-BA989567E74E}" dt="2026-03-17T11:28:17.507" v="3645" actId="478"/>
          <ac:graphicFrameMkLst>
            <pc:docMk/>
            <pc:sldMk cId="2471557210" sldId="349"/>
            <ac:graphicFrameMk id="3" creationId="{7A38F468-7975-DE51-2A20-081589249BC0}"/>
          </ac:graphicFrameMkLst>
        </pc:graphicFrameChg>
        <pc:graphicFrameChg chg="add mod modGraphic">
          <ac:chgData name="Ngân, Lê Thùy" userId="42bd8b4b-37e6-450a-bb9e-583a013ce67a" providerId="ADAL" clId="{6D8318EB-7D9D-424B-9BA4-BA989567E74E}" dt="2026-03-17T11:29:15.438" v="3656" actId="255"/>
          <ac:graphicFrameMkLst>
            <pc:docMk/>
            <pc:sldMk cId="2471557210" sldId="349"/>
            <ac:graphicFrameMk id="5" creationId="{C312662D-07AB-1614-B258-B3B27FD24AC4}"/>
          </ac:graphicFrameMkLst>
        </pc:graphicFrameChg>
      </pc:sldChg>
      <pc:sldChg chg="modSp mod modNotes">
        <pc:chgData name="Ngân, Lê Thùy" userId="42bd8b4b-37e6-450a-bb9e-583a013ce67a" providerId="ADAL" clId="{6D8318EB-7D9D-424B-9BA4-BA989567E74E}" dt="2026-03-17T12:27:16.272" v="3757" actId="14100"/>
        <pc:sldMkLst>
          <pc:docMk/>
          <pc:sldMk cId="1749302703" sldId="350"/>
        </pc:sldMkLst>
        <pc:picChg chg="mod">
          <ac:chgData name="Ngân, Lê Thùy" userId="42bd8b4b-37e6-450a-bb9e-583a013ce67a" providerId="ADAL" clId="{6D8318EB-7D9D-424B-9BA4-BA989567E74E}" dt="2026-03-17T12:27:16.272" v="3757" actId="14100"/>
          <ac:picMkLst>
            <pc:docMk/>
            <pc:sldMk cId="1749302703" sldId="350"/>
            <ac:picMk id="4" creationId="{525F91AE-E03A-C9DC-995A-8D40CE40526F}"/>
          </ac:picMkLst>
        </pc:picChg>
      </pc:sldChg>
      <pc:sldChg chg="addSp delSp modSp mod modNotes">
        <pc:chgData name="Ngân, Lê Thùy" userId="42bd8b4b-37e6-450a-bb9e-583a013ce67a" providerId="ADAL" clId="{6D8318EB-7D9D-424B-9BA4-BA989567E74E}" dt="2026-03-17T11:43:39.482" v="3705" actId="122"/>
        <pc:sldMkLst>
          <pc:docMk/>
          <pc:sldMk cId="2145222703" sldId="353"/>
        </pc:sldMkLst>
        <pc:spChg chg="del">
          <ac:chgData name="Ngân, Lê Thùy" userId="42bd8b4b-37e6-450a-bb9e-583a013ce67a" providerId="ADAL" clId="{6D8318EB-7D9D-424B-9BA4-BA989567E74E}" dt="2026-03-17T11:41:24.394" v="3693" actId="478"/>
          <ac:spMkLst>
            <pc:docMk/>
            <pc:sldMk cId="2145222703" sldId="353"/>
            <ac:spMk id="3" creationId="{7CC4748A-2F09-AEB3-B82B-9744BAB0C259}"/>
          </ac:spMkLst>
        </pc:spChg>
        <pc:graphicFrameChg chg="del">
          <ac:chgData name="Ngân, Lê Thùy" userId="42bd8b4b-37e6-450a-bb9e-583a013ce67a" providerId="ADAL" clId="{6D8318EB-7D9D-424B-9BA4-BA989567E74E}" dt="2026-03-17T11:33:56.689" v="3671" actId="478"/>
          <ac:graphicFrameMkLst>
            <pc:docMk/>
            <pc:sldMk cId="2145222703" sldId="353"/>
            <ac:graphicFrameMk id="4" creationId="{46E62B56-50E1-726B-7339-20440011F67E}"/>
          </ac:graphicFrameMkLst>
        </pc:graphicFrameChg>
        <pc:graphicFrameChg chg="add mod modGraphic">
          <ac:chgData name="Ngân, Lê Thùy" userId="42bd8b4b-37e6-450a-bb9e-583a013ce67a" providerId="ADAL" clId="{6D8318EB-7D9D-424B-9BA4-BA989567E74E}" dt="2026-03-17T11:43:39.482" v="3705" actId="122"/>
          <ac:graphicFrameMkLst>
            <pc:docMk/>
            <pc:sldMk cId="2145222703" sldId="353"/>
            <ac:graphicFrameMk id="5" creationId="{E339B2D1-502B-1DA3-C77F-ADCC6BCCD1D2}"/>
          </ac:graphicFrameMkLst>
        </pc:graphicFrameChg>
        <pc:picChg chg="add mod">
          <ac:chgData name="Ngân, Lê Thùy" userId="42bd8b4b-37e6-450a-bb9e-583a013ce67a" providerId="ADAL" clId="{6D8318EB-7D9D-424B-9BA4-BA989567E74E}" dt="2026-03-17T11:41:44.088" v="3703" actId="14100"/>
          <ac:picMkLst>
            <pc:docMk/>
            <pc:sldMk cId="2145222703" sldId="353"/>
            <ac:picMk id="7" creationId="{072665B2-19A9-2AF8-A687-E2B5B544E7A5}"/>
          </ac:picMkLst>
        </pc:picChg>
        <pc:picChg chg="del">
          <ac:chgData name="Ngân, Lê Thùy" userId="42bd8b4b-37e6-450a-bb9e-583a013ce67a" providerId="ADAL" clId="{6D8318EB-7D9D-424B-9BA4-BA989567E74E}" dt="2026-03-17T11:40:41.767" v="3682" actId="478"/>
          <ac:picMkLst>
            <pc:docMk/>
            <pc:sldMk cId="2145222703" sldId="353"/>
            <ac:picMk id="8" creationId="{C186517D-7260-A948-080C-75D5DBBC2356}"/>
          </ac:picMkLst>
        </pc:picChg>
      </pc:sldChg>
      <pc:sldChg chg="addSp delSp modSp mod">
        <pc:chgData name="Ngân, Lê Thùy" userId="42bd8b4b-37e6-450a-bb9e-583a013ce67a" providerId="ADAL" clId="{6D8318EB-7D9D-424B-9BA4-BA989567E74E}" dt="2026-03-17T09:16:39.456" v="3366" actId="14100"/>
        <pc:sldMkLst>
          <pc:docMk/>
          <pc:sldMk cId="4030185368" sldId="355"/>
        </pc:sldMkLst>
        <pc:picChg chg="del">
          <ac:chgData name="Ngân, Lê Thùy" userId="42bd8b4b-37e6-450a-bb9e-583a013ce67a" providerId="ADAL" clId="{6D8318EB-7D9D-424B-9BA4-BA989567E74E}" dt="2026-03-17T09:15:05.473" v="3349" actId="478"/>
          <ac:picMkLst>
            <pc:docMk/>
            <pc:sldMk cId="4030185368" sldId="355"/>
            <ac:picMk id="2" creationId="{412B2EA2-13A6-C9BA-E6DB-D2C0E4936291}"/>
          </ac:picMkLst>
        </pc:picChg>
        <pc:picChg chg="add mod">
          <ac:chgData name="Ngân, Lê Thùy" userId="42bd8b4b-37e6-450a-bb9e-583a013ce67a" providerId="ADAL" clId="{6D8318EB-7D9D-424B-9BA4-BA989567E74E}" dt="2026-03-17T09:15:28.717" v="3359" actId="14100"/>
          <ac:picMkLst>
            <pc:docMk/>
            <pc:sldMk cId="4030185368" sldId="355"/>
            <ac:picMk id="3" creationId="{33FA9424-8F91-21FE-11E0-6702199C09B2}"/>
          </ac:picMkLst>
        </pc:picChg>
        <pc:picChg chg="add mod">
          <ac:chgData name="Ngân, Lê Thùy" userId="42bd8b4b-37e6-450a-bb9e-583a013ce67a" providerId="ADAL" clId="{6D8318EB-7D9D-424B-9BA4-BA989567E74E}" dt="2026-03-17T09:16:39.456" v="3366" actId="14100"/>
          <ac:picMkLst>
            <pc:docMk/>
            <pc:sldMk cId="4030185368" sldId="355"/>
            <ac:picMk id="4" creationId="{A19FAE3E-4881-5DCC-6492-78D89F9E7821}"/>
          </ac:picMkLst>
        </pc:picChg>
        <pc:picChg chg="del">
          <ac:chgData name="Ngân, Lê Thùy" userId="42bd8b4b-37e6-450a-bb9e-583a013ce67a" providerId="ADAL" clId="{6D8318EB-7D9D-424B-9BA4-BA989567E74E}" dt="2026-03-17T09:16:23.698" v="3360" actId="478"/>
          <ac:picMkLst>
            <pc:docMk/>
            <pc:sldMk cId="4030185368" sldId="355"/>
            <ac:picMk id="8" creationId="{25CBCCA3-0ED9-B16C-E4FE-651155FC738F}"/>
          </ac:picMkLst>
        </pc:picChg>
      </pc:sldChg>
      <pc:sldChg chg="addSp delSp modSp mod modNotes">
        <pc:chgData name="Ngân, Lê Thùy" userId="42bd8b4b-37e6-450a-bb9e-583a013ce67a" providerId="ADAL" clId="{6D8318EB-7D9D-424B-9BA4-BA989567E74E}" dt="2026-03-17T11:42:32.528" v="3704"/>
        <pc:sldMkLst>
          <pc:docMk/>
          <pc:sldMk cId="454687909" sldId="358"/>
        </pc:sldMkLst>
        <pc:graphicFrameChg chg="add mod modGraphic">
          <ac:chgData name="Ngân, Lê Thùy" userId="42bd8b4b-37e6-450a-bb9e-583a013ce67a" providerId="ADAL" clId="{6D8318EB-7D9D-424B-9BA4-BA989567E74E}" dt="2026-03-17T11:24:08.631" v="3644" actId="14734"/>
          <ac:graphicFrameMkLst>
            <pc:docMk/>
            <pc:sldMk cId="454687909" sldId="358"/>
            <ac:graphicFrameMk id="2" creationId="{CF8F3223-0288-4EE3-AD12-71E0046561EF}"/>
          </ac:graphicFrameMkLst>
        </pc:graphicFrameChg>
        <pc:graphicFrameChg chg="del">
          <ac:chgData name="Ngân, Lê Thùy" userId="42bd8b4b-37e6-450a-bb9e-583a013ce67a" providerId="ADAL" clId="{6D8318EB-7D9D-424B-9BA4-BA989567E74E}" dt="2026-03-17T11:23:06.419" v="3630" actId="478"/>
          <ac:graphicFrameMkLst>
            <pc:docMk/>
            <pc:sldMk cId="454687909" sldId="358"/>
            <ac:graphicFrameMk id="6" creationId="{0D5E5519-023B-0C23-3160-6785B70FAE65}"/>
          </ac:graphicFrameMkLst>
        </pc:graphicFrameChg>
      </pc:sldChg>
      <pc:sldChg chg="addSp delSp modSp mod modNotes">
        <pc:chgData name="Ngân, Lê Thùy" userId="42bd8b4b-37e6-450a-bb9e-583a013ce67a" providerId="ADAL" clId="{6D8318EB-7D9D-424B-9BA4-BA989567E74E}" dt="2026-03-17T12:27:03.667" v="3754" actId="1035"/>
        <pc:sldMkLst>
          <pc:docMk/>
          <pc:sldMk cId="2587178255" sldId="486"/>
        </pc:sldMkLst>
        <pc:graphicFrameChg chg="add mod modGraphic">
          <ac:chgData name="Ngân, Lê Thùy" userId="42bd8b4b-37e6-450a-bb9e-583a013ce67a" providerId="ADAL" clId="{6D8318EB-7D9D-424B-9BA4-BA989567E74E}" dt="2026-03-17T12:27:03.667" v="3754" actId="1035"/>
          <ac:graphicFrameMkLst>
            <pc:docMk/>
            <pc:sldMk cId="2587178255" sldId="486"/>
            <ac:graphicFrameMk id="5" creationId="{4D6A8F70-F31E-E9BF-6068-476428CAA28C}"/>
          </ac:graphicFrameMkLst>
        </pc:graphicFrameChg>
        <pc:picChg chg="del">
          <ac:chgData name="Ngân, Lê Thùy" userId="42bd8b4b-37e6-450a-bb9e-583a013ce67a" providerId="ADAL" clId="{6D8318EB-7D9D-424B-9BA4-BA989567E74E}" dt="2026-03-17T09:48:08.117" v="3449" actId="478"/>
          <ac:picMkLst>
            <pc:docMk/>
            <pc:sldMk cId="2587178255" sldId="486"/>
            <ac:picMk id="4" creationId="{77C7ACCD-B28A-60C1-EDFF-E7807816B358}"/>
          </ac:picMkLst>
        </pc:picChg>
      </pc:sldChg>
      <pc:sldChg chg="addSp delSp modSp mod modNotes">
        <pc:chgData name="Ngân, Lê Thùy" userId="42bd8b4b-37e6-450a-bb9e-583a013ce67a" providerId="ADAL" clId="{6D8318EB-7D9D-424B-9BA4-BA989567E74E}" dt="2026-03-17T11:42:32.528" v="3704"/>
        <pc:sldMkLst>
          <pc:docMk/>
          <pc:sldMk cId="1776753333" sldId="488"/>
        </pc:sldMkLst>
        <pc:spChg chg="mod">
          <ac:chgData name="Ngân, Lê Thùy" userId="42bd8b4b-37e6-450a-bb9e-583a013ce67a" providerId="ADAL" clId="{6D8318EB-7D9D-424B-9BA4-BA989567E74E}" dt="2026-03-17T10:40:13.044" v="3526" actId="1076"/>
          <ac:spMkLst>
            <pc:docMk/>
            <pc:sldMk cId="1776753333" sldId="488"/>
            <ac:spMk id="8" creationId="{E87A3264-CD2C-3788-B2F0-89AABE3AC927}"/>
          </ac:spMkLst>
        </pc:spChg>
        <pc:graphicFrameChg chg="add mod">
          <ac:chgData name="Ngân, Lê Thùy" userId="42bd8b4b-37e6-450a-bb9e-583a013ce67a" providerId="ADAL" clId="{6D8318EB-7D9D-424B-9BA4-BA989567E74E}" dt="2026-03-17T10:25:36.786" v="3466"/>
          <ac:graphicFrameMkLst>
            <pc:docMk/>
            <pc:sldMk cId="1776753333" sldId="488"/>
            <ac:graphicFrameMk id="6" creationId="{AB348A7B-44CD-62FD-FD9E-D44A2365DB73}"/>
          </ac:graphicFrameMkLst>
        </pc:graphicFrameChg>
        <pc:graphicFrameChg chg="add mod modGraphic">
          <ac:chgData name="Ngân, Lê Thùy" userId="42bd8b4b-37e6-450a-bb9e-583a013ce67a" providerId="ADAL" clId="{6D8318EB-7D9D-424B-9BA4-BA989567E74E}" dt="2026-03-17T10:40:23.084" v="3530" actId="14100"/>
          <ac:graphicFrameMkLst>
            <pc:docMk/>
            <pc:sldMk cId="1776753333" sldId="488"/>
            <ac:graphicFrameMk id="7" creationId="{02C91DFB-2B50-9287-FC80-91B583D69D3C}"/>
          </ac:graphicFrameMkLst>
        </pc:graphicFrameChg>
        <pc:picChg chg="add del mod">
          <ac:chgData name="Ngân, Lê Thùy" userId="42bd8b4b-37e6-450a-bb9e-583a013ce67a" providerId="ADAL" clId="{6D8318EB-7D9D-424B-9BA4-BA989567E74E}" dt="2026-03-17T10:25:35.791" v="3465" actId="478"/>
          <ac:picMkLst>
            <pc:docMk/>
            <pc:sldMk cId="1776753333" sldId="488"/>
            <ac:picMk id="4" creationId="{4DB86AF4-1078-4306-8D32-BC549065A786}"/>
          </ac:picMkLst>
        </pc:picChg>
        <pc:picChg chg="del">
          <ac:chgData name="Ngân, Lê Thùy" userId="42bd8b4b-37e6-450a-bb9e-583a013ce67a" providerId="ADAL" clId="{6D8318EB-7D9D-424B-9BA4-BA989567E74E}" dt="2026-03-17T10:25:28.250" v="3462" actId="478"/>
          <ac:picMkLst>
            <pc:docMk/>
            <pc:sldMk cId="1776753333" sldId="488"/>
            <ac:picMk id="5" creationId="{A63D9DB5-D29B-1A56-CB91-D4D6A390E78E}"/>
          </ac:picMkLst>
        </pc:picChg>
      </pc:sldChg>
      <pc:sldChg chg="addSp delSp modSp mod modNotes">
        <pc:chgData name="Ngân, Lê Thùy" userId="42bd8b4b-37e6-450a-bb9e-583a013ce67a" providerId="ADAL" clId="{6D8318EB-7D9D-424B-9BA4-BA989567E74E}" dt="2026-03-17T12:27:10.063" v="3755" actId="14100"/>
        <pc:sldMkLst>
          <pc:docMk/>
          <pc:sldMk cId="1349781471" sldId="489"/>
        </pc:sldMkLst>
        <pc:spChg chg="mod">
          <ac:chgData name="Ngân, Lê Thùy" userId="42bd8b4b-37e6-450a-bb9e-583a013ce67a" providerId="ADAL" clId="{6D8318EB-7D9D-424B-9BA4-BA989567E74E}" dt="2026-03-17T10:40:33.585" v="3531" actId="1076"/>
          <ac:spMkLst>
            <pc:docMk/>
            <pc:sldMk cId="1349781471" sldId="489"/>
            <ac:spMk id="7" creationId="{042D5F56-61E5-E642-D4EE-1DE82D9B0ED0}"/>
          </ac:spMkLst>
        </pc:spChg>
        <pc:graphicFrameChg chg="add mod modGraphic">
          <ac:chgData name="Ngân, Lê Thùy" userId="42bd8b4b-37e6-450a-bb9e-583a013ce67a" providerId="ADAL" clId="{6D8318EB-7D9D-424B-9BA4-BA989567E74E}" dt="2026-03-17T12:27:10.063" v="3755" actId="14100"/>
          <ac:graphicFrameMkLst>
            <pc:docMk/>
            <pc:sldMk cId="1349781471" sldId="489"/>
            <ac:graphicFrameMk id="4" creationId="{0F2C69EB-578E-AA77-61D5-8E3C3F16E085}"/>
          </ac:graphicFrameMkLst>
        </pc:graphicFrameChg>
        <pc:picChg chg="del">
          <ac:chgData name="Ngân, Lê Thùy" userId="42bd8b4b-37e6-450a-bb9e-583a013ce67a" providerId="ADAL" clId="{6D8318EB-7D9D-424B-9BA4-BA989567E74E}" dt="2026-03-17T10:39:38.650" v="3522" actId="478"/>
          <ac:picMkLst>
            <pc:docMk/>
            <pc:sldMk cId="1349781471" sldId="489"/>
            <ac:picMk id="6" creationId="{DE24EEA2-ADDE-05D3-8F10-55F59AD47909}"/>
          </ac:picMkLst>
        </pc:picChg>
      </pc:sldChg>
      <pc:sldChg chg="modSp mod">
        <pc:chgData name="Ngân, Lê Thùy" userId="42bd8b4b-37e6-450a-bb9e-583a013ce67a" providerId="ADAL" clId="{6D8318EB-7D9D-424B-9BA4-BA989567E74E}" dt="2026-03-17T12:27:24.646" v="3759" actId="1076"/>
        <pc:sldMkLst>
          <pc:docMk/>
          <pc:sldMk cId="835013454" sldId="490"/>
        </pc:sldMkLst>
        <pc:spChg chg="mod">
          <ac:chgData name="Ngân, Lê Thùy" userId="42bd8b4b-37e6-450a-bb9e-583a013ce67a" providerId="ADAL" clId="{6D8318EB-7D9D-424B-9BA4-BA989567E74E}" dt="2026-03-17T12:27:24.646" v="3759" actId="1076"/>
          <ac:spMkLst>
            <pc:docMk/>
            <pc:sldMk cId="835013454" sldId="490"/>
            <ac:spMk id="4" creationId="{B20BE150-6D24-0BD8-0F56-2624999C9890}"/>
          </ac:spMkLst>
        </pc:spChg>
        <pc:picChg chg="mod">
          <ac:chgData name="Ngân, Lê Thùy" userId="42bd8b4b-37e6-450a-bb9e-583a013ce67a" providerId="ADAL" clId="{6D8318EB-7D9D-424B-9BA4-BA989567E74E}" dt="2026-03-17T12:27:22.326" v="3758" actId="1076"/>
          <ac:picMkLst>
            <pc:docMk/>
            <pc:sldMk cId="835013454" sldId="490"/>
            <ac:picMk id="3" creationId="{5F7D9E00-22C1-7C81-3340-3049CF5A5B7B}"/>
          </ac:picMkLst>
        </pc:picChg>
      </pc:sldChg>
      <pc:sldChg chg="modSp mod modNotes">
        <pc:chgData name="Ngân, Lê Thùy" userId="42bd8b4b-37e6-450a-bb9e-583a013ce67a" providerId="ADAL" clId="{6D8318EB-7D9D-424B-9BA4-BA989567E74E}" dt="2026-03-17T11:46:56.128" v="3710" actId="20577"/>
        <pc:sldMkLst>
          <pc:docMk/>
          <pc:sldMk cId="2226864413" sldId="491"/>
        </pc:sldMkLst>
        <pc:spChg chg="mod">
          <ac:chgData name="Ngân, Lê Thùy" userId="42bd8b4b-37e6-450a-bb9e-583a013ce67a" providerId="ADAL" clId="{6D8318EB-7D9D-424B-9BA4-BA989567E74E}" dt="2026-03-17T11:46:56.128" v="3710" actId="20577"/>
          <ac:spMkLst>
            <pc:docMk/>
            <pc:sldMk cId="2226864413" sldId="491"/>
            <ac:spMk id="8" creationId="{36DA9801-81E0-3EE2-89F2-51C805CF54AE}"/>
          </ac:spMkLst>
        </pc:spChg>
      </pc:sldChg>
      <pc:sldChg chg="addSp delSp modSp mod modNotes">
        <pc:chgData name="Ngân, Lê Thùy" userId="42bd8b4b-37e6-450a-bb9e-583a013ce67a" providerId="ADAL" clId="{6D8318EB-7D9D-424B-9BA4-BA989567E74E}" dt="2026-03-17T11:42:32.528" v="3704"/>
        <pc:sldMkLst>
          <pc:docMk/>
          <pc:sldMk cId="3383200920" sldId="494"/>
        </pc:sldMkLst>
        <pc:graphicFrameChg chg="add mod">
          <ac:chgData name="Ngân, Lê Thùy" userId="42bd8b4b-37e6-450a-bb9e-583a013ce67a" providerId="ADAL" clId="{6D8318EB-7D9D-424B-9BA4-BA989567E74E}" dt="2026-03-17T08:53:10.214" v="3283"/>
          <ac:graphicFrameMkLst>
            <pc:docMk/>
            <pc:sldMk cId="3383200920" sldId="494"/>
            <ac:graphicFrameMk id="6" creationId="{749EE236-74DA-8C39-FAC4-E3E7B1FD9DEF}"/>
          </ac:graphicFrameMkLst>
        </pc:graphicFrameChg>
        <pc:picChg chg="add mod">
          <ac:chgData name="Ngân, Lê Thùy" userId="42bd8b4b-37e6-450a-bb9e-583a013ce67a" providerId="ADAL" clId="{6D8318EB-7D9D-424B-9BA4-BA989567E74E}" dt="2026-03-17T08:52:48.306" v="3274" actId="1076"/>
          <ac:picMkLst>
            <pc:docMk/>
            <pc:sldMk cId="3383200920" sldId="494"/>
            <ac:picMk id="4" creationId="{63701311-1433-26B0-55C8-9ED63726E73E}"/>
          </ac:picMkLst>
        </pc:picChg>
        <pc:picChg chg="add del">
          <ac:chgData name="Ngân, Lê Thùy" userId="42bd8b4b-37e6-450a-bb9e-583a013ce67a" providerId="ADAL" clId="{6D8318EB-7D9D-424B-9BA4-BA989567E74E}" dt="2026-03-17T08:53:07.330" v="3276" actId="478"/>
          <ac:picMkLst>
            <pc:docMk/>
            <pc:sldMk cId="3383200920" sldId="494"/>
            <ac:picMk id="7" creationId="{F3A5A1ED-5115-0460-724A-858C6D87A1A3}"/>
          </ac:picMkLst>
        </pc:picChg>
        <pc:picChg chg="add del">
          <ac:chgData name="Ngân, Lê Thùy" userId="42bd8b4b-37e6-450a-bb9e-583a013ce67a" providerId="ADAL" clId="{6D8318EB-7D9D-424B-9BA4-BA989567E74E}" dt="2026-03-17T08:53:25.964" v="3288" actId="478"/>
          <ac:picMkLst>
            <pc:docMk/>
            <pc:sldMk cId="3383200920" sldId="494"/>
            <ac:picMk id="8" creationId="{4D6C484B-87CE-DA5A-218F-E510BCF6181D}"/>
          </ac:picMkLst>
        </pc:picChg>
        <pc:picChg chg="add mod">
          <ac:chgData name="Ngân, Lê Thùy" userId="42bd8b4b-37e6-450a-bb9e-583a013ce67a" providerId="ADAL" clId="{6D8318EB-7D9D-424B-9BA4-BA989567E74E}" dt="2026-03-17T08:58:24.173" v="3312" actId="14100"/>
          <ac:picMkLst>
            <pc:docMk/>
            <pc:sldMk cId="3383200920" sldId="494"/>
            <ac:picMk id="9" creationId="{C01B2053-E5A4-E16C-6AE4-2BE923D7147D}"/>
          </ac:picMkLst>
        </pc:picChg>
        <pc:picChg chg="add del mod">
          <ac:chgData name="Ngân, Lê Thùy" userId="42bd8b4b-37e6-450a-bb9e-583a013ce67a" providerId="ADAL" clId="{6D8318EB-7D9D-424B-9BA4-BA989567E74E}" dt="2026-03-17T08:59:01.200" v="3315" actId="478"/>
          <ac:picMkLst>
            <pc:docMk/>
            <pc:sldMk cId="3383200920" sldId="494"/>
            <ac:picMk id="12" creationId="{2BDAF781-94D3-7719-7789-304D98E3330F}"/>
          </ac:picMkLst>
        </pc:picChg>
        <pc:picChg chg="add del mod">
          <ac:chgData name="Ngân, Lê Thùy" userId="42bd8b4b-37e6-450a-bb9e-583a013ce67a" providerId="ADAL" clId="{6D8318EB-7D9D-424B-9BA4-BA989567E74E}" dt="2026-03-17T08:57:53.642" v="3306" actId="478"/>
          <ac:picMkLst>
            <pc:docMk/>
            <pc:sldMk cId="3383200920" sldId="494"/>
            <ac:picMk id="13" creationId="{34A19A58-D25F-71D7-16D8-7F074600707D}"/>
          </ac:picMkLst>
        </pc:picChg>
        <pc:picChg chg="add mod">
          <ac:chgData name="Ngân, Lê Thùy" userId="42bd8b4b-37e6-450a-bb9e-583a013ce67a" providerId="ADAL" clId="{6D8318EB-7D9D-424B-9BA4-BA989567E74E}" dt="2026-03-17T08:57:18.325" v="3305" actId="14100"/>
          <ac:picMkLst>
            <pc:docMk/>
            <pc:sldMk cId="3383200920" sldId="494"/>
            <ac:picMk id="14" creationId="{91AFCE72-F8E1-4F40-AC23-0F37C2EA29D0}"/>
          </ac:picMkLst>
        </pc:picChg>
        <pc:picChg chg="add mod">
          <ac:chgData name="Ngân, Lê Thùy" userId="42bd8b4b-37e6-450a-bb9e-583a013ce67a" providerId="ADAL" clId="{6D8318EB-7D9D-424B-9BA4-BA989567E74E}" dt="2026-03-17T08:58:37.376" v="3314" actId="14100"/>
          <ac:picMkLst>
            <pc:docMk/>
            <pc:sldMk cId="3383200920" sldId="494"/>
            <ac:picMk id="16" creationId="{74E8B760-4E25-1516-3503-114ECA5B1CE5}"/>
          </ac:picMkLst>
        </pc:picChg>
        <pc:picChg chg="del">
          <ac:chgData name="Ngân, Lê Thùy" userId="42bd8b4b-37e6-450a-bb9e-583a013ce67a" providerId="ADAL" clId="{6D8318EB-7D9D-424B-9BA4-BA989567E74E}" dt="2026-03-17T08:56:58.126" v="3299" actId="478"/>
          <ac:picMkLst>
            <pc:docMk/>
            <pc:sldMk cId="3383200920" sldId="494"/>
            <ac:picMk id="17" creationId="{45B53138-1D09-0374-B10E-E0D974E80D49}"/>
          </ac:picMkLst>
        </pc:picChg>
        <pc:picChg chg="del">
          <ac:chgData name="Ngân, Lê Thùy" userId="42bd8b4b-37e6-450a-bb9e-583a013ce67a" providerId="ADAL" clId="{6D8318EB-7D9D-424B-9BA4-BA989567E74E}" dt="2026-03-17T08:55:01.274" v="3293" actId="478"/>
          <ac:picMkLst>
            <pc:docMk/>
            <pc:sldMk cId="3383200920" sldId="494"/>
            <ac:picMk id="18" creationId="{35D6B456-5013-1BD8-D257-7EABD8B2BE0E}"/>
          </ac:picMkLst>
        </pc:picChg>
        <pc:picChg chg="add mod">
          <ac:chgData name="Ngân, Lê Thùy" userId="42bd8b4b-37e6-450a-bb9e-583a013ce67a" providerId="ADAL" clId="{6D8318EB-7D9D-424B-9BA4-BA989567E74E}" dt="2026-03-17T08:59:22.979" v="3321" actId="14100"/>
          <ac:picMkLst>
            <pc:docMk/>
            <pc:sldMk cId="3383200920" sldId="494"/>
            <ac:picMk id="19" creationId="{CDB8A4A0-3D71-62AC-A3E0-1E02D141D205}"/>
          </ac:picMkLst>
        </pc:picChg>
      </pc:sldChg>
      <pc:sldChg chg="addSp delSp modSp mod modNotes">
        <pc:chgData name="Ngân, Lê Thùy" userId="42bd8b4b-37e6-450a-bb9e-583a013ce67a" providerId="ADAL" clId="{6D8318EB-7D9D-424B-9BA4-BA989567E74E}" dt="2026-03-17T11:42:32.528" v="3704"/>
        <pc:sldMkLst>
          <pc:docMk/>
          <pc:sldMk cId="2093040657" sldId="495"/>
        </pc:sldMkLst>
        <pc:picChg chg="add del mod">
          <ac:chgData name="Ngân, Lê Thùy" userId="42bd8b4b-37e6-450a-bb9e-583a013ce67a" providerId="ADAL" clId="{6D8318EB-7D9D-424B-9BA4-BA989567E74E}" dt="2026-03-17T09:02:50.466" v="3328" actId="478"/>
          <ac:picMkLst>
            <pc:docMk/>
            <pc:sldMk cId="2093040657" sldId="495"/>
            <ac:picMk id="4" creationId="{17BA0245-4BF4-C2C0-B3B6-516F2EBAB9FC}"/>
          </ac:picMkLst>
        </pc:picChg>
        <pc:picChg chg="add mod">
          <ac:chgData name="Ngân, Lê Thùy" userId="42bd8b4b-37e6-450a-bb9e-583a013ce67a" providerId="ADAL" clId="{6D8318EB-7D9D-424B-9BA4-BA989567E74E}" dt="2026-03-17T09:08:28.790" v="3348" actId="14100"/>
          <ac:picMkLst>
            <pc:docMk/>
            <pc:sldMk cId="2093040657" sldId="495"/>
            <ac:picMk id="6" creationId="{AA04F03C-D701-53A3-686B-9E3AAFEF5761}"/>
          </ac:picMkLst>
        </pc:picChg>
        <pc:picChg chg="del">
          <ac:chgData name="Ngân, Lê Thùy" userId="42bd8b4b-37e6-450a-bb9e-583a013ce67a" providerId="ADAL" clId="{6D8318EB-7D9D-424B-9BA4-BA989567E74E}" dt="2026-03-17T09:02:21.360" v="3322" actId="478"/>
          <ac:picMkLst>
            <pc:docMk/>
            <pc:sldMk cId="2093040657" sldId="495"/>
            <ac:picMk id="7" creationId="{49D1B38C-6CC7-538E-5C9A-392DD1720361}"/>
          </ac:picMkLst>
        </pc:picChg>
        <pc:picChg chg="del">
          <ac:chgData name="Ngân, Lê Thùy" userId="42bd8b4b-37e6-450a-bb9e-583a013ce67a" providerId="ADAL" clId="{6D8318EB-7D9D-424B-9BA4-BA989567E74E}" dt="2026-03-17T09:06:27.345" v="3335" actId="478"/>
          <ac:picMkLst>
            <pc:docMk/>
            <pc:sldMk cId="2093040657" sldId="495"/>
            <ac:picMk id="8" creationId="{70FD250B-FFD9-1C9A-6A9F-5D4DEE838599}"/>
          </ac:picMkLst>
        </pc:picChg>
        <pc:picChg chg="add mod">
          <ac:chgData name="Ngân, Lê Thùy" userId="42bd8b4b-37e6-450a-bb9e-583a013ce67a" providerId="ADAL" clId="{6D8318EB-7D9D-424B-9BA4-BA989567E74E}" dt="2026-03-17T09:06:51.204" v="3341" actId="14100"/>
          <ac:picMkLst>
            <pc:docMk/>
            <pc:sldMk cId="2093040657" sldId="495"/>
            <ac:picMk id="9" creationId="{86AC051C-7315-BF15-21E5-3D21D6983A5A}"/>
          </ac:picMkLst>
        </pc:picChg>
        <pc:picChg chg="del">
          <ac:chgData name="Ngân, Lê Thùy" userId="42bd8b4b-37e6-450a-bb9e-583a013ce67a" providerId="ADAL" clId="{6D8318EB-7D9D-424B-9BA4-BA989567E74E}" dt="2026-03-17T09:08:04.218" v="3342" actId="478"/>
          <ac:picMkLst>
            <pc:docMk/>
            <pc:sldMk cId="2093040657" sldId="495"/>
            <ac:picMk id="11" creationId="{FEC3B7AE-1BF6-D5E3-D090-217AEC4C7309}"/>
          </ac:picMkLst>
        </pc:picChg>
        <pc:picChg chg="add mod">
          <ac:chgData name="Ngân, Lê Thùy" userId="42bd8b4b-37e6-450a-bb9e-583a013ce67a" providerId="ADAL" clId="{6D8318EB-7D9D-424B-9BA4-BA989567E74E}" dt="2026-03-17T09:08:21.244" v="3347" actId="14100"/>
          <ac:picMkLst>
            <pc:docMk/>
            <pc:sldMk cId="2093040657" sldId="495"/>
            <ac:picMk id="12" creationId="{CCB92D78-C1DA-37A7-1C70-C72846E17289}"/>
          </ac:picMkLst>
        </pc:picChg>
      </pc:sldChg>
      <pc:sldChg chg="delSp add del mod">
        <pc:chgData name="Ngân, Lê Thùy" userId="42bd8b4b-37e6-450a-bb9e-583a013ce67a" providerId="ADAL" clId="{6D8318EB-7D9D-424B-9BA4-BA989567E74E}" dt="2026-03-17T11:57:54.051" v="3720" actId="47"/>
        <pc:sldMkLst>
          <pc:docMk/>
          <pc:sldMk cId="1998487775" sldId="496"/>
        </pc:sldMkLst>
        <pc:spChg chg="del">
          <ac:chgData name="Ngân, Lê Thùy" userId="42bd8b4b-37e6-450a-bb9e-583a013ce67a" providerId="ADAL" clId="{6D8318EB-7D9D-424B-9BA4-BA989567E74E}" dt="2026-03-17T11:51:05.091" v="3714" actId="478"/>
          <ac:spMkLst>
            <pc:docMk/>
            <pc:sldMk cId="1998487775" sldId="496"/>
            <ac:spMk id="5" creationId="{B650862E-DDE7-D455-206B-6782FD5B07D2}"/>
          </ac:spMkLst>
        </pc:spChg>
        <pc:spChg chg="del">
          <ac:chgData name="Ngân, Lê Thùy" userId="42bd8b4b-37e6-450a-bb9e-583a013ce67a" providerId="ADAL" clId="{6D8318EB-7D9D-424B-9BA4-BA989567E74E}" dt="2026-03-17T11:51:07.018" v="3718" actId="478"/>
          <ac:spMkLst>
            <pc:docMk/>
            <pc:sldMk cId="1998487775" sldId="496"/>
            <ac:spMk id="10" creationId="{0A4BF7AB-832F-8640-C506-6F62543554FA}"/>
          </ac:spMkLst>
        </pc:spChg>
        <pc:spChg chg="del">
          <ac:chgData name="Ngân, Lê Thùy" userId="42bd8b4b-37e6-450a-bb9e-583a013ce67a" providerId="ADAL" clId="{6D8318EB-7D9D-424B-9BA4-BA989567E74E}" dt="2026-03-17T11:51:07.463" v="3719" actId="478"/>
          <ac:spMkLst>
            <pc:docMk/>
            <pc:sldMk cId="1998487775" sldId="496"/>
            <ac:spMk id="11" creationId="{89E4A9ED-9542-4C44-78D5-42619D159D75}"/>
          </ac:spMkLst>
        </pc:spChg>
        <pc:spChg chg="del">
          <ac:chgData name="Ngân, Lê Thùy" userId="42bd8b4b-37e6-450a-bb9e-583a013ce67a" providerId="ADAL" clId="{6D8318EB-7D9D-424B-9BA4-BA989567E74E}" dt="2026-03-17T11:51:05.501" v="3715" actId="478"/>
          <ac:spMkLst>
            <pc:docMk/>
            <pc:sldMk cId="1998487775" sldId="496"/>
            <ac:spMk id="15" creationId="{B26102A5-BC87-16EB-3218-FA939545CB2E}"/>
          </ac:spMkLst>
        </pc:spChg>
        <pc:picChg chg="del">
          <ac:chgData name="Ngân, Lê Thùy" userId="42bd8b4b-37e6-450a-bb9e-583a013ce67a" providerId="ADAL" clId="{6D8318EB-7D9D-424B-9BA4-BA989567E74E}" dt="2026-03-17T11:51:03.889" v="3712" actId="478"/>
          <ac:picMkLst>
            <pc:docMk/>
            <pc:sldMk cId="1998487775" sldId="496"/>
            <ac:picMk id="12" creationId="{CD02E9B5-2B98-8730-6585-B521A4AF1C2E}"/>
          </ac:picMkLst>
        </pc:picChg>
        <pc:picChg chg="del">
          <ac:chgData name="Ngân, Lê Thùy" userId="42bd8b4b-37e6-450a-bb9e-583a013ce67a" providerId="ADAL" clId="{6D8318EB-7D9D-424B-9BA4-BA989567E74E}" dt="2026-03-17T11:51:06.517" v="3717" actId="478"/>
          <ac:picMkLst>
            <pc:docMk/>
            <pc:sldMk cId="1998487775" sldId="496"/>
            <ac:picMk id="14" creationId="{A24DEF09-F7B9-5CB0-5E5F-8310FAA6DC54}"/>
          </ac:picMkLst>
        </pc:picChg>
        <pc:picChg chg="del">
          <ac:chgData name="Ngân, Lê Thùy" userId="42bd8b4b-37e6-450a-bb9e-583a013ce67a" providerId="ADAL" clId="{6D8318EB-7D9D-424B-9BA4-BA989567E74E}" dt="2026-03-17T11:51:04.655" v="3713" actId="478"/>
          <ac:picMkLst>
            <pc:docMk/>
            <pc:sldMk cId="1998487775" sldId="496"/>
            <ac:picMk id="17" creationId="{AC175BA8-2E5D-3898-5877-49F4F27C98E8}"/>
          </ac:picMkLst>
        </pc:picChg>
        <pc:picChg chg="del">
          <ac:chgData name="Ngân, Lê Thùy" userId="42bd8b4b-37e6-450a-bb9e-583a013ce67a" providerId="ADAL" clId="{6D8318EB-7D9D-424B-9BA4-BA989567E74E}" dt="2026-03-17T11:51:06.039" v="3716" actId="478"/>
          <ac:picMkLst>
            <pc:docMk/>
            <pc:sldMk cId="1998487775" sldId="496"/>
            <ac:picMk id="18" creationId="{4A5A8861-DFDE-DBD4-17E8-33EF0EDD2EE7}"/>
          </ac:picMkLst>
        </pc:picChg>
      </pc:sldChg>
      <pc:sldChg chg="addSp delSp modSp add mod">
        <pc:chgData name="Ngân, Lê Thùy" userId="42bd8b4b-37e6-450a-bb9e-583a013ce67a" providerId="ADAL" clId="{6D8318EB-7D9D-424B-9BA4-BA989567E74E}" dt="2026-03-17T12:30:05.130" v="3779" actId="14100"/>
        <pc:sldMkLst>
          <pc:docMk/>
          <pc:sldMk cId="3963021069" sldId="496"/>
        </pc:sldMkLst>
        <pc:spChg chg="del mod">
          <ac:chgData name="Ngân, Lê Thùy" userId="42bd8b4b-37e6-450a-bb9e-583a013ce67a" providerId="ADAL" clId="{6D8318EB-7D9D-424B-9BA4-BA989567E74E}" dt="2026-03-17T12:22:31.616" v="3731" actId="478"/>
          <ac:spMkLst>
            <pc:docMk/>
            <pc:sldMk cId="3963021069" sldId="496"/>
            <ac:spMk id="7" creationId="{AEA0CCF2-17C8-3755-2BE6-8238C6E515C9}"/>
          </ac:spMkLst>
        </pc:spChg>
        <pc:picChg chg="add del mod">
          <ac:chgData name="Ngân, Lê Thùy" userId="42bd8b4b-37e6-450a-bb9e-583a013ce67a" providerId="ADAL" clId="{6D8318EB-7D9D-424B-9BA4-BA989567E74E}" dt="2026-03-17T12:22:59.876" v="3737" actId="478"/>
          <ac:picMkLst>
            <pc:docMk/>
            <pc:sldMk cId="3963021069" sldId="496"/>
            <ac:picMk id="2" creationId="{245B0505-3229-8C71-73F3-9F1BF06CB2B2}"/>
          </ac:picMkLst>
        </pc:picChg>
        <pc:picChg chg="add del mod">
          <ac:chgData name="Ngân, Lê Thùy" userId="42bd8b4b-37e6-450a-bb9e-583a013ce67a" providerId="ADAL" clId="{6D8318EB-7D9D-424B-9BA4-BA989567E74E}" dt="2026-03-17T12:29:22.790" v="3760" actId="478"/>
          <ac:picMkLst>
            <pc:docMk/>
            <pc:sldMk cId="3963021069" sldId="496"/>
            <ac:picMk id="3" creationId="{87DEDE54-0F29-0BD5-0778-D347A7135FA6}"/>
          </ac:picMkLst>
        </pc:picChg>
        <pc:picChg chg="add del mod">
          <ac:chgData name="Ngân, Lê Thùy" userId="42bd8b4b-37e6-450a-bb9e-583a013ce67a" providerId="ADAL" clId="{6D8318EB-7D9D-424B-9BA4-BA989567E74E}" dt="2026-03-17T12:29:55.936" v="3774" actId="478"/>
          <ac:picMkLst>
            <pc:docMk/>
            <pc:sldMk cId="3963021069" sldId="496"/>
            <ac:picMk id="5" creationId="{6D999B0E-A2F3-46D7-B918-D66C9166FC43}"/>
          </ac:picMkLst>
        </pc:picChg>
        <pc:picChg chg="add mod">
          <ac:chgData name="Ngân, Lê Thùy" userId="42bd8b4b-37e6-450a-bb9e-583a013ce67a" providerId="ADAL" clId="{6D8318EB-7D9D-424B-9BA4-BA989567E74E}" dt="2026-03-17T12:29:46.813" v="3773" actId="1038"/>
          <ac:picMkLst>
            <pc:docMk/>
            <pc:sldMk cId="3963021069" sldId="496"/>
            <ac:picMk id="9" creationId="{327034E2-9156-1AF6-9FD7-B9CF5B4384F5}"/>
          </ac:picMkLst>
        </pc:picChg>
        <pc:picChg chg="add mod">
          <ac:chgData name="Ngân, Lê Thùy" userId="42bd8b4b-37e6-450a-bb9e-583a013ce67a" providerId="ADAL" clId="{6D8318EB-7D9D-424B-9BA4-BA989567E74E}" dt="2026-03-17T12:30:05.130" v="3779" actId="14100"/>
          <ac:picMkLst>
            <pc:docMk/>
            <pc:sldMk cId="3963021069" sldId="496"/>
            <ac:picMk id="10" creationId="{641E06CA-04BD-DAD1-4DC5-A5DA1E0AA07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rgbClr val="119303"/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rgbClr val="119303"/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rgbClr val="119303"/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rgbClr val="119303"/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rgbClr val="119303"/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rgbClr val="119303"/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rgbClr val="119303"/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4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FC4A78AE-3660-43A1-A009-51F92854DA97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5FA4559-A7A2-49A3-A0C0-DD8CC122BA77}">
      <dgm:prSet phldrT="[Text]" phldr="0"/>
      <dgm:spPr>
        <a:solidFill>
          <a:srgbClr val="0070C0"/>
        </a:solidFill>
      </dgm:spPr>
      <dgm:t>
        <a:bodyPr/>
        <a:lstStyle/>
        <a:p>
          <a:r>
            <a:rPr lang="vi-VN" b="1"/>
            <a:t>1.GIẢ ĐỊNH</a:t>
          </a:r>
          <a:endParaRPr lang="en-US" b="1"/>
        </a:p>
      </dgm:t>
    </dgm:pt>
    <dgm:pt modelId="{3C568E4A-4D46-43AE-BD71-3128D5491019}" type="parTrans" cxnId="{99C5DC97-53CB-4DF6-9DE8-0D145A99363B}">
      <dgm:prSet/>
      <dgm:spPr/>
      <dgm:t>
        <a:bodyPr/>
        <a:lstStyle/>
        <a:p>
          <a:endParaRPr lang="en-US"/>
        </a:p>
      </dgm:t>
    </dgm:pt>
    <dgm:pt modelId="{EBFB2A3A-C556-465D-BACB-3C2A1AB93D21}" type="sibTrans" cxnId="{99C5DC97-53CB-4DF6-9DE8-0D145A99363B}">
      <dgm:prSet/>
      <dgm:spPr/>
      <dgm:t>
        <a:bodyPr/>
        <a:lstStyle/>
        <a:p>
          <a:endParaRPr lang="en-US"/>
        </a:p>
      </dgm:t>
    </dgm:pt>
    <dgm:pt modelId="{4F97E8F1-650E-405C-8C74-5154D589904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5</a:t>
          </a:r>
          <a:r>
            <a:rPr lang="vi-VN" b="1"/>
            <a:t>.OpEx</a:t>
          </a:r>
          <a:endParaRPr lang="en-US" b="1"/>
        </a:p>
      </dgm:t>
    </dgm:pt>
    <dgm:pt modelId="{746B7745-E37F-45A3-85B8-EE9FBC21FAA1}" type="parTrans" cxnId="{B2AF67C7-8101-4CF9-99A2-209B4B5264AE}">
      <dgm:prSet/>
      <dgm:spPr/>
      <dgm:t>
        <a:bodyPr/>
        <a:lstStyle/>
        <a:p>
          <a:endParaRPr lang="en-US"/>
        </a:p>
      </dgm:t>
    </dgm:pt>
    <dgm:pt modelId="{A68FC289-8556-446B-AD1F-2114CA50DC54}" type="sibTrans" cxnId="{B2AF67C7-8101-4CF9-99A2-209B4B5264AE}">
      <dgm:prSet/>
      <dgm:spPr/>
      <dgm:t>
        <a:bodyPr/>
        <a:lstStyle/>
        <a:p>
          <a:endParaRPr lang="en-US"/>
        </a:p>
      </dgm:t>
    </dgm:pt>
    <dgm:pt modelId="{0C2726CB-4970-43CF-83C7-CE5C46C41CD8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6</a:t>
          </a:r>
          <a:r>
            <a:rPr lang="vi-VN" b="1"/>
            <a:t>.LƯƠNG</a:t>
          </a:r>
          <a:endParaRPr lang="en-US" b="1"/>
        </a:p>
      </dgm:t>
    </dgm:pt>
    <dgm:pt modelId="{AE6986A3-5413-45D3-9123-268015317470}" type="parTrans" cxnId="{AC1AE5F8-D7A8-4C97-B660-193BDA0A6142}">
      <dgm:prSet/>
      <dgm:spPr/>
      <dgm:t>
        <a:bodyPr/>
        <a:lstStyle/>
        <a:p>
          <a:endParaRPr lang="en-US"/>
        </a:p>
      </dgm:t>
    </dgm:pt>
    <dgm:pt modelId="{BBB4FDC1-196A-4D2D-BD4A-9B247A584503}" type="sibTrans" cxnId="{AC1AE5F8-D7A8-4C97-B660-193BDA0A6142}">
      <dgm:prSet/>
      <dgm:spPr/>
      <dgm:t>
        <a:bodyPr/>
        <a:lstStyle/>
        <a:p>
          <a:endParaRPr lang="en-US"/>
        </a:p>
      </dgm:t>
    </dgm:pt>
    <dgm:pt modelId="{C7090ADA-7FF8-47FB-8E33-3B14138D326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2.SALE</a:t>
          </a:r>
          <a:endParaRPr lang="en-US" b="1"/>
        </a:p>
      </dgm:t>
    </dgm:pt>
    <dgm:pt modelId="{56F1675A-F57F-4F3F-A08D-CB018C74DCFE}" type="parTrans" cxnId="{95F8F0EC-AF75-4E83-B4EE-44603673F4FA}">
      <dgm:prSet/>
      <dgm:spPr/>
      <dgm:t>
        <a:bodyPr/>
        <a:lstStyle/>
        <a:p>
          <a:endParaRPr lang="en-US"/>
        </a:p>
      </dgm:t>
    </dgm:pt>
    <dgm:pt modelId="{2ED70DCA-6D6E-4FE9-BE41-3DDA0748AB9F}" type="sibTrans" cxnId="{95F8F0EC-AF75-4E83-B4EE-44603673F4FA}">
      <dgm:prSet/>
      <dgm:spPr/>
      <dgm:t>
        <a:bodyPr/>
        <a:lstStyle/>
        <a:p>
          <a:endParaRPr lang="en-US"/>
        </a:p>
      </dgm:t>
    </dgm:pt>
    <dgm:pt modelId="{06BF017C-DEE1-4977-A4D0-029AA9B1715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vi-VN" b="1"/>
            <a:t>3.EBITDA,LNST</a:t>
          </a:r>
          <a:endParaRPr lang="en-US" b="1"/>
        </a:p>
      </dgm:t>
    </dgm:pt>
    <dgm:pt modelId="{6106609B-9A18-4C89-BE96-53579E897E13}" type="parTrans" cxnId="{C9F4D4A1-B003-415B-A666-AB5B0EB8C3E2}">
      <dgm:prSet/>
      <dgm:spPr/>
      <dgm:t>
        <a:bodyPr/>
        <a:lstStyle/>
        <a:p>
          <a:endParaRPr lang="en-US"/>
        </a:p>
      </dgm:t>
    </dgm:pt>
    <dgm:pt modelId="{F280EABE-3EA8-488B-B449-EB57C30E6F55}" type="sibTrans" cxnId="{C9F4D4A1-B003-415B-A666-AB5B0EB8C3E2}">
      <dgm:prSet/>
      <dgm:spPr/>
      <dgm:t>
        <a:bodyPr/>
        <a:lstStyle/>
        <a:p>
          <a:endParaRPr lang="en-US"/>
        </a:p>
      </dgm:t>
    </dgm:pt>
    <dgm:pt modelId="{79EFA44A-2272-43E0-98EF-BF72BEB692F7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7</a:t>
          </a:r>
          <a:r>
            <a:rPr lang="vi-VN" b="1"/>
            <a:t>.CapEx</a:t>
          </a:r>
          <a:endParaRPr lang="en-US" b="1"/>
        </a:p>
      </dgm:t>
    </dgm:pt>
    <dgm:pt modelId="{B09DB86B-EC41-4535-A1F6-04485525437A}" type="parTrans" cxnId="{23719C63-207F-4389-A0E6-52FE9FEF54C9}">
      <dgm:prSet/>
      <dgm:spPr/>
      <dgm:t>
        <a:bodyPr/>
        <a:lstStyle/>
        <a:p>
          <a:endParaRPr lang="en-US"/>
        </a:p>
      </dgm:t>
    </dgm:pt>
    <dgm:pt modelId="{15417FC2-7087-4392-98CF-3BAAE7286622}" type="sibTrans" cxnId="{23719C63-207F-4389-A0E6-52FE9FEF54C9}">
      <dgm:prSet/>
      <dgm:spPr/>
      <dgm:t>
        <a:bodyPr/>
        <a:lstStyle/>
        <a:p>
          <a:endParaRPr lang="en-US"/>
        </a:p>
      </dgm:t>
    </dgm:pt>
    <dgm:pt modelId="{7D15B055-8730-464E-BA61-1056475E1A09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8</a:t>
          </a:r>
          <a:r>
            <a:rPr lang="vi-VN" b="1"/>
            <a:t>.P&amp;L</a:t>
          </a:r>
          <a:endParaRPr lang="en-US" b="1"/>
        </a:p>
      </dgm:t>
    </dgm:pt>
    <dgm:pt modelId="{630FB266-D604-4CA5-885C-42484F0C6845}" type="parTrans" cxnId="{98ABA79D-ED47-4EAF-9067-D8345CC08B06}">
      <dgm:prSet/>
      <dgm:spPr/>
      <dgm:t>
        <a:bodyPr/>
        <a:lstStyle/>
        <a:p>
          <a:endParaRPr lang="en-US"/>
        </a:p>
      </dgm:t>
    </dgm:pt>
    <dgm:pt modelId="{A0C5528D-9BDE-459B-968C-F31FB7EF2E9E}" type="sibTrans" cxnId="{98ABA79D-ED47-4EAF-9067-D8345CC08B06}">
      <dgm:prSet/>
      <dgm:spPr/>
      <dgm:t>
        <a:bodyPr/>
        <a:lstStyle/>
        <a:p>
          <a:endParaRPr lang="en-US"/>
        </a:p>
      </dgm:t>
    </dgm:pt>
    <dgm:pt modelId="{AD462915-9055-415D-B11B-460E73BB55DF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9</a:t>
          </a:r>
          <a:r>
            <a:rPr lang="vi-VN" b="1"/>
            <a:t>.</a:t>
          </a:r>
          <a:r>
            <a:rPr lang="en-US" b="1"/>
            <a:t>TÀI CHÍNH</a:t>
          </a:r>
        </a:p>
      </dgm:t>
    </dgm:pt>
    <dgm:pt modelId="{DA0356E3-95FE-423E-853E-0C4BE8C7D699}" type="parTrans" cxnId="{27B50CA2-797B-4E3A-A580-D6C363B1E0F0}">
      <dgm:prSet/>
      <dgm:spPr/>
      <dgm:t>
        <a:bodyPr/>
        <a:lstStyle/>
        <a:p>
          <a:endParaRPr lang="en-US"/>
        </a:p>
      </dgm:t>
    </dgm:pt>
    <dgm:pt modelId="{1835884C-222F-41D5-99CB-1C9125169BEE}" type="sibTrans" cxnId="{27B50CA2-797B-4E3A-A580-D6C363B1E0F0}">
      <dgm:prSet/>
      <dgm:spPr/>
      <dgm:t>
        <a:bodyPr/>
        <a:lstStyle/>
        <a:p>
          <a:endParaRPr lang="en-US"/>
        </a:p>
      </dgm:t>
    </dgm:pt>
    <dgm:pt modelId="{B9A8B3B0-98F7-493E-8888-F4ED99BE183A}">
      <dgm:prSet phldrT="[Text]" phldr="0"/>
      <dgm:spPr>
        <a:solidFill>
          <a:srgbClr val="119303"/>
        </a:solidFill>
      </dgm:spPr>
      <dgm:t>
        <a:bodyPr/>
        <a:lstStyle/>
        <a:p>
          <a:r>
            <a:rPr lang="en-US" b="1"/>
            <a:t>10</a:t>
          </a:r>
          <a:r>
            <a:rPr lang="vi-VN" b="1"/>
            <a:t>.CHỈ SỐ</a:t>
          </a:r>
          <a:endParaRPr lang="en-US" b="1"/>
        </a:p>
      </dgm:t>
    </dgm:pt>
    <dgm:pt modelId="{0E59228E-BDBC-46B6-AEC9-5F781FBF7E15}" type="parTrans" cxnId="{18F0C26C-0A91-498B-9A91-95FA9B726BE1}">
      <dgm:prSet/>
      <dgm:spPr/>
      <dgm:t>
        <a:bodyPr/>
        <a:lstStyle/>
        <a:p>
          <a:endParaRPr lang="en-US"/>
        </a:p>
      </dgm:t>
    </dgm:pt>
    <dgm:pt modelId="{A4F7D882-1705-4202-B0D1-9B83C48E8391}" type="sibTrans" cxnId="{18F0C26C-0A91-498B-9A91-95FA9B726BE1}">
      <dgm:prSet/>
      <dgm:spPr/>
      <dgm:t>
        <a:bodyPr/>
        <a:lstStyle/>
        <a:p>
          <a:endParaRPr lang="en-US"/>
        </a:p>
      </dgm:t>
    </dgm:pt>
    <dgm:pt modelId="{A516C3D7-4AB3-49F6-8FD2-A34A6D33E5CD}">
      <dgm:prSet phldrT="[Text]" phldr="0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b="1"/>
            <a:t>4. BIẾN PHÍ</a:t>
          </a:r>
        </a:p>
      </dgm:t>
    </dgm:pt>
    <dgm:pt modelId="{31CE4E87-A31A-4CBB-A9E5-E9E842448584}" type="parTrans" cxnId="{8D810E8E-3657-413A-9F2C-1F4F99997D4A}">
      <dgm:prSet/>
      <dgm:spPr/>
      <dgm:t>
        <a:bodyPr/>
        <a:lstStyle/>
        <a:p>
          <a:endParaRPr lang="en-US"/>
        </a:p>
      </dgm:t>
    </dgm:pt>
    <dgm:pt modelId="{5FEF5D60-604E-4A22-A37B-66E843A8CFE8}" type="sibTrans" cxnId="{8D810E8E-3657-413A-9F2C-1F4F99997D4A}">
      <dgm:prSet/>
      <dgm:spPr/>
      <dgm:t>
        <a:bodyPr/>
        <a:lstStyle/>
        <a:p>
          <a:endParaRPr lang="en-US"/>
        </a:p>
      </dgm:t>
    </dgm:pt>
    <dgm:pt modelId="{32DE4ABD-8AC9-4C50-B62C-4BCED54B0935}" type="pres">
      <dgm:prSet presAssocID="{FC4A78AE-3660-43A1-A009-51F92854DA97}" presName="Name0" presStyleCnt="0">
        <dgm:presLayoutVars>
          <dgm:dir/>
          <dgm:resizeHandles val="exact"/>
        </dgm:presLayoutVars>
      </dgm:prSet>
      <dgm:spPr/>
    </dgm:pt>
    <dgm:pt modelId="{2DC97943-D07A-4433-919E-10AAA535A15E}" type="pres">
      <dgm:prSet presAssocID="{35FA4559-A7A2-49A3-A0C0-DD8CC122BA77}" presName="parTxOnly" presStyleLbl="node1" presStyleIdx="0" presStyleCnt="10">
        <dgm:presLayoutVars>
          <dgm:bulletEnabled val="1"/>
        </dgm:presLayoutVars>
      </dgm:prSet>
      <dgm:spPr/>
    </dgm:pt>
    <dgm:pt modelId="{464306DA-495E-45ED-ACD0-E6C3448F2ACC}" type="pres">
      <dgm:prSet presAssocID="{EBFB2A3A-C556-465D-BACB-3C2A1AB93D21}" presName="parSpace" presStyleCnt="0"/>
      <dgm:spPr/>
    </dgm:pt>
    <dgm:pt modelId="{C6112FA0-AAD4-4CF8-8029-D13077F038D6}" type="pres">
      <dgm:prSet presAssocID="{C7090ADA-7FF8-47FB-8E33-3B14138D3269}" presName="parTxOnly" presStyleLbl="node1" presStyleIdx="1" presStyleCnt="10">
        <dgm:presLayoutVars>
          <dgm:bulletEnabled val="1"/>
        </dgm:presLayoutVars>
      </dgm:prSet>
      <dgm:spPr/>
    </dgm:pt>
    <dgm:pt modelId="{353B26D5-D38C-4033-B0FE-4D56B2FB4CE6}" type="pres">
      <dgm:prSet presAssocID="{2ED70DCA-6D6E-4FE9-BE41-3DDA0748AB9F}" presName="parSpace" presStyleCnt="0"/>
      <dgm:spPr/>
    </dgm:pt>
    <dgm:pt modelId="{95AFF05B-6F9C-4E2E-B93A-012E37CA6FAE}" type="pres">
      <dgm:prSet presAssocID="{06BF017C-DEE1-4977-A4D0-029AA9B17159}" presName="parTxOnly" presStyleLbl="node1" presStyleIdx="2" presStyleCnt="10">
        <dgm:presLayoutVars>
          <dgm:bulletEnabled val="1"/>
        </dgm:presLayoutVars>
      </dgm:prSet>
      <dgm:spPr/>
    </dgm:pt>
    <dgm:pt modelId="{1E074047-DE8B-4F39-B341-792034AD2F13}" type="pres">
      <dgm:prSet presAssocID="{F280EABE-3EA8-488B-B449-EB57C30E6F55}" presName="parSpace" presStyleCnt="0"/>
      <dgm:spPr/>
    </dgm:pt>
    <dgm:pt modelId="{63538E0E-735E-44FE-8687-16A1FC5284AD}" type="pres">
      <dgm:prSet presAssocID="{A516C3D7-4AB3-49F6-8FD2-A34A6D33E5CD}" presName="parTxOnly" presStyleLbl="node1" presStyleIdx="3" presStyleCnt="10">
        <dgm:presLayoutVars>
          <dgm:bulletEnabled val="1"/>
        </dgm:presLayoutVars>
      </dgm:prSet>
      <dgm:spPr/>
    </dgm:pt>
    <dgm:pt modelId="{FD34D419-FB00-4A95-B41E-69E6DA3A4108}" type="pres">
      <dgm:prSet presAssocID="{5FEF5D60-604E-4A22-A37B-66E843A8CFE8}" presName="parSpace" presStyleCnt="0"/>
      <dgm:spPr/>
    </dgm:pt>
    <dgm:pt modelId="{4AF568DD-89E0-4486-864D-A0AE669E2D69}" type="pres">
      <dgm:prSet presAssocID="{4F97E8F1-650E-405C-8C74-5154D5899048}" presName="parTxOnly" presStyleLbl="node1" presStyleIdx="4" presStyleCnt="10">
        <dgm:presLayoutVars>
          <dgm:bulletEnabled val="1"/>
        </dgm:presLayoutVars>
      </dgm:prSet>
      <dgm:spPr/>
    </dgm:pt>
    <dgm:pt modelId="{D4B7EC33-2DA8-4B52-96D1-2B5789F1C1AF}" type="pres">
      <dgm:prSet presAssocID="{A68FC289-8556-446B-AD1F-2114CA50DC54}" presName="parSpace" presStyleCnt="0"/>
      <dgm:spPr/>
    </dgm:pt>
    <dgm:pt modelId="{7C9BB3A6-7305-4A33-B621-7C62C0D0BD77}" type="pres">
      <dgm:prSet presAssocID="{0C2726CB-4970-43CF-83C7-CE5C46C41CD8}" presName="parTxOnly" presStyleLbl="node1" presStyleIdx="5" presStyleCnt="10">
        <dgm:presLayoutVars>
          <dgm:bulletEnabled val="1"/>
        </dgm:presLayoutVars>
      </dgm:prSet>
      <dgm:spPr/>
    </dgm:pt>
    <dgm:pt modelId="{5D769759-C8A8-494B-B97F-1AAB9BA1FDBF}" type="pres">
      <dgm:prSet presAssocID="{BBB4FDC1-196A-4D2D-BD4A-9B247A584503}" presName="parSpace" presStyleCnt="0"/>
      <dgm:spPr/>
    </dgm:pt>
    <dgm:pt modelId="{928C2E94-5723-4DC0-BFBD-39CC33BE91D9}" type="pres">
      <dgm:prSet presAssocID="{79EFA44A-2272-43E0-98EF-BF72BEB692F7}" presName="parTxOnly" presStyleLbl="node1" presStyleIdx="6" presStyleCnt="10">
        <dgm:presLayoutVars>
          <dgm:bulletEnabled val="1"/>
        </dgm:presLayoutVars>
      </dgm:prSet>
      <dgm:spPr/>
    </dgm:pt>
    <dgm:pt modelId="{5BCA05F4-287F-43BC-9F1B-F50D80C9E424}" type="pres">
      <dgm:prSet presAssocID="{15417FC2-7087-4392-98CF-3BAAE7286622}" presName="parSpace" presStyleCnt="0"/>
      <dgm:spPr/>
    </dgm:pt>
    <dgm:pt modelId="{6D6742FE-9A65-4464-A6AF-6E76006D085E}" type="pres">
      <dgm:prSet presAssocID="{7D15B055-8730-464E-BA61-1056475E1A09}" presName="parTxOnly" presStyleLbl="node1" presStyleIdx="7" presStyleCnt="10" custLinFactNeighborX="27500">
        <dgm:presLayoutVars>
          <dgm:bulletEnabled val="1"/>
        </dgm:presLayoutVars>
      </dgm:prSet>
      <dgm:spPr/>
    </dgm:pt>
    <dgm:pt modelId="{F3AA6B1D-EB59-4BE1-BEE7-7B589C597178}" type="pres">
      <dgm:prSet presAssocID="{A0C5528D-9BDE-459B-968C-F31FB7EF2E9E}" presName="parSpace" presStyleCnt="0"/>
      <dgm:spPr/>
    </dgm:pt>
    <dgm:pt modelId="{0A3D2E6D-AF4B-4AF8-800F-1EE0C38C8EB9}" type="pres">
      <dgm:prSet presAssocID="{AD462915-9055-415D-B11B-460E73BB55DF}" presName="parTxOnly" presStyleLbl="node1" presStyleIdx="8" presStyleCnt="10">
        <dgm:presLayoutVars>
          <dgm:bulletEnabled val="1"/>
        </dgm:presLayoutVars>
      </dgm:prSet>
      <dgm:spPr/>
    </dgm:pt>
    <dgm:pt modelId="{BC588587-5C87-497A-85FE-B4F3C9F103A0}" type="pres">
      <dgm:prSet presAssocID="{1835884C-222F-41D5-99CB-1C9125169BEE}" presName="parSpace" presStyleCnt="0"/>
      <dgm:spPr/>
    </dgm:pt>
    <dgm:pt modelId="{7B37D31C-61A9-4827-9BF6-4AF641761E4A}" type="pres">
      <dgm:prSet presAssocID="{B9A8B3B0-98F7-493E-8888-F4ED99BE183A}" presName="parTxOnly" presStyleLbl="node1" presStyleIdx="9" presStyleCnt="10">
        <dgm:presLayoutVars>
          <dgm:bulletEnabled val="1"/>
        </dgm:presLayoutVars>
      </dgm:prSet>
      <dgm:spPr/>
    </dgm:pt>
  </dgm:ptLst>
  <dgm:cxnLst>
    <dgm:cxn modelId="{637FEA0D-F58B-4503-9AAA-CA2BCE2ECAEF}" type="presOf" srcId="{79EFA44A-2272-43E0-98EF-BF72BEB692F7}" destId="{928C2E94-5723-4DC0-BFBD-39CC33BE91D9}" srcOrd="0" destOrd="0" presId="urn:microsoft.com/office/officeart/2005/8/layout/hChevron3"/>
    <dgm:cxn modelId="{8466CB13-B4EA-4784-8D59-9CEC55162B8C}" type="presOf" srcId="{06BF017C-DEE1-4977-A4D0-029AA9B17159}" destId="{95AFF05B-6F9C-4E2E-B93A-012E37CA6FAE}" srcOrd="0" destOrd="0" presId="urn:microsoft.com/office/officeart/2005/8/layout/hChevron3"/>
    <dgm:cxn modelId="{AF191D2A-3C5C-4755-9514-C94005EA8225}" type="presOf" srcId="{AD462915-9055-415D-B11B-460E73BB55DF}" destId="{0A3D2E6D-AF4B-4AF8-800F-1EE0C38C8EB9}" srcOrd="0" destOrd="0" presId="urn:microsoft.com/office/officeart/2005/8/layout/hChevron3"/>
    <dgm:cxn modelId="{93A7F040-4F8B-4FF0-B0DD-165795B076A3}" type="presOf" srcId="{B9A8B3B0-98F7-493E-8888-F4ED99BE183A}" destId="{7B37D31C-61A9-4827-9BF6-4AF641761E4A}" srcOrd="0" destOrd="0" presId="urn:microsoft.com/office/officeart/2005/8/layout/hChevron3"/>
    <dgm:cxn modelId="{23719C63-207F-4389-A0E6-52FE9FEF54C9}" srcId="{FC4A78AE-3660-43A1-A009-51F92854DA97}" destId="{79EFA44A-2272-43E0-98EF-BF72BEB692F7}" srcOrd="6" destOrd="0" parTransId="{B09DB86B-EC41-4535-A1F6-04485525437A}" sibTransId="{15417FC2-7087-4392-98CF-3BAAE7286622}"/>
    <dgm:cxn modelId="{18F0C26C-0A91-498B-9A91-95FA9B726BE1}" srcId="{FC4A78AE-3660-43A1-A009-51F92854DA97}" destId="{B9A8B3B0-98F7-493E-8888-F4ED99BE183A}" srcOrd="9" destOrd="0" parTransId="{0E59228E-BDBC-46B6-AEC9-5F781FBF7E15}" sibTransId="{A4F7D882-1705-4202-B0D1-9B83C48E8391}"/>
    <dgm:cxn modelId="{4D3B5280-31ED-42B2-BA98-FB522E4CA485}" type="presOf" srcId="{FC4A78AE-3660-43A1-A009-51F92854DA97}" destId="{32DE4ABD-8AC9-4C50-B62C-4BCED54B0935}" srcOrd="0" destOrd="0" presId="urn:microsoft.com/office/officeart/2005/8/layout/hChevron3"/>
    <dgm:cxn modelId="{EB4E7887-EF48-4671-B4C6-67C486878556}" type="presOf" srcId="{7D15B055-8730-464E-BA61-1056475E1A09}" destId="{6D6742FE-9A65-4464-A6AF-6E76006D085E}" srcOrd="0" destOrd="0" presId="urn:microsoft.com/office/officeart/2005/8/layout/hChevron3"/>
    <dgm:cxn modelId="{CD1B518B-72F0-4041-AD8C-D137613017BD}" type="presOf" srcId="{A516C3D7-4AB3-49F6-8FD2-A34A6D33E5CD}" destId="{63538E0E-735E-44FE-8687-16A1FC5284AD}" srcOrd="0" destOrd="0" presId="urn:microsoft.com/office/officeart/2005/8/layout/hChevron3"/>
    <dgm:cxn modelId="{FC82FD8B-E466-4983-BA13-25F3B8C36F59}" type="presOf" srcId="{C7090ADA-7FF8-47FB-8E33-3B14138D3269}" destId="{C6112FA0-AAD4-4CF8-8029-D13077F038D6}" srcOrd="0" destOrd="0" presId="urn:microsoft.com/office/officeart/2005/8/layout/hChevron3"/>
    <dgm:cxn modelId="{8D810E8E-3657-413A-9F2C-1F4F99997D4A}" srcId="{FC4A78AE-3660-43A1-A009-51F92854DA97}" destId="{A516C3D7-4AB3-49F6-8FD2-A34A6D33E5CD}" srcOrd="3" destOrd="0" parTransId="{31CE4E87-A31A-4CBB-A9E5-E9E842448584}" sibTransId="{5FEF5D60-604E-4A22-A37B-66E843A8CFE8}"/>
    <dgm:cxn modelId="{99C5DC97-53CB-4DF6-9DE8-0D145A99363B}" srcId="{FC4A78AE-3660-43A1-A009-51F92854DA97}" destId="{35FA4559-A7A2-49A3-A0C0-DD8CC122BA77}" srcOrd="0" destOrd="0" parTransId="{3C568E4A-4D46-43AE-BD71-3128D5491019}" sibTransId="{EBFB2A3A-C556-465D-BACB-3C2A1AB93D21}"/>
    <dgm:cxn modelId="{DEA4D09C-3A61-4DDC-866E-191A35042347}" type="presOf" srcId="{4F97E8F1-650E-405C-8C74-5154D5899048}" destId="{4AF568DD-89E0-4486-864D-A0AE669E2D69}" srcOrd="0" destOrd="0" presId="urn:microsoft.com/office/officeart/2005/8/layout/hChevron3"/>
    <dgm:cxn modelId="{98ABA79D-ED47-4EAF-9067-D8345CC08B06}" srcId="{FC4A78AE-3660-43A1-A009-51F92854DA97}" destId="{7D15B055-8730-464E-BA61-1056475E1A09}" srcOrd="7" destOrd="0" parTransId="{630FB266-D604-4CA5-885C-42484F0C6845}" sibTransId="{A0C5528D-9BDE-459B-968C-F31FB7EF2E9E}"/>
    <dgm:cxn modelId="{C9F4D4A1-B003-415B-A666-AB5B0EB8C3E2}" srcId="{FC4A78AE-3660-43A1-A009-51F92854DA97}" destId="{06BF017C-DEE1-4977-A4D0-029AA9B17159}" srcOrd="2" destOrd="0" parTransId="{6106609B-9A18-4C89-BE96-53579E897E13}" sibTransId="{F280EABE-3EA8-488B-B449-EB57C30E6F55}"/>
    <dgm:cxn modelId="{27B50CA2-797B-4E3A-A580-D6C363B1E0F0}" srcId="{FC4A78AE-3660-43A1-A009-51F92854DA97}" destId="{AD462915-9055-415D-B11B-460E73BB55DF}" srcOrd="8" destOrd="0" parTransId="{DA0356E3-95FE-423E-853E-0C4BE8C7D699}" sibTransId="{1835884C-222F-41D5-99CB-1C9125169BEE}"/>
    <dgm:cxn modelId="{C6313DB7-B9CB-47EA-B1ED-E7A2B4CA3201}" type="presOf" srcId="{0C2726CB-4970-43CF-83C7-CE5C46C41CD8}" destId="{7C9BB3A6-7305-4A33-B621-7C62C0D0BD77}" srcOrd="0" destOrd="0" presId="urn:microsoft.com/office/officeart/2005/8/layout/hChevron3"/>
    <dgm:cxn modelId="{B2AF67C7-8101-4CF9-99A2-209B4B5264AE}" srcId="{FC4A78AE-3660-43A1-A009-51F92854DA97}" destId="{4F97E8F1-650E-405C-8C74-5154D5899048}" srcOrd="4" destOrd="0" parTransId="{746B7745-E37F-45A3-85B8-EE9FBC21FAA1}" sibTransId="{A68FC289-8556-446B-AD1F-2114CA50DC54}"/>
    <dgm:cxn modelId="{95F8F0EC-AF75-4E83-B4EE-44603673F4FA}" srcId="{FC4A78AE-3660-43A1-A009-51F92854DA97}" destId="{C7090ADA-7FF8-47FB-8E33-3B14138D3269}" srcOrd="1" destOrd="0" parTransId="{56F1675A-F57F-4F3F-A08D-CB018C74DCFE}" sibTransId="{2ED70DCA-6D6E-4FE9-BE41-3DDA0748AB9F}"/>
    <dgm:cxn modelId="{AC1AE5F8-D7A8-4C97-B660-193BDA0A6142}" srcId="{FC4A78AE-3660-43A1-A009-51F92854DA97}" destId="{0C2726CB-4970-43CF-83C7-CE5C46C41CD8}" srcOrd="5" destOrd="0" parTransId="{AE6986A3-5413-45D3-9123-268015317470}" sibTransId="{BBB4FDC1-196A-4D2D-BD4A-9B247A584503}"/>
    <dgm:cxn modelId="{90A7E6FD-5B24-4623-99DD-4C91BFF6D3A3}" type="presOf" srcId="{35FA4559-A7A2-49A3-A0C0-DD8CC122BA77}" destId="{2DC97943-D07A-4433-919E-10AAA535A15E}" srcOrd="0" destOrd="0" presId="urn:microsoft.com/office/officeart/2005/8/layout/hChevron3"/>
    <dgm:cxn modelId="{E55A3462-27AA-4CBD-B7C5-326826A889E4}" type="presParOf" srcId="{32DE4ABD-8AC9-4C50-B62C-4BCED54B0935}" destId="{2DC97943-D07A-4433-919E-10AAA535A15E}" srcOrd="0" destOrd="0" presId="urn:microsoft.com/office/officeart/2005/8/layout/hChevron3"/>
    <dgm:cxn modelId="{4E9D5F2C-1751-4732-8CF9-A241E712E45D}" type="presParOf" srcId="{32DE4ABD-8AC9-4C50-B62C-4BCED54B0935}" destId="{464306DA-495E-45ED-ACD0-E6C3448F2ACC}" srcOrd="1" destOrd="0" presId="urn:microsoft.com/office/officeart/2005/8/layout/hChevron3"/>
    <dgm:cxn modelId="{2EDD4452-3247-4AB8-950D-77775D356FB4}" type="presParOf" srcId="{32DE4ABD-8AC9-4C50-B62C-4BCED54B0935}" destId="{C6112FA0-AAD4-4CF8-8029-D13077F038D6}" srcOrd="2" destOrd="0" presId="urn:microsoft.com/office/officeart/2005/8/layout/hChevron3"/>
    <dgm:cxn modelId="{7E99974C-1E04-4DAC-9C99-66891A842412}" type="presParOf" srcId="{32DE4ABD-8AC9-4C50-B62C-4BCED54B0935}" destId="{353B26D5-D38C-4033-B0FE-4D56B2FB4CE6}" srcOrd="3" destOrd="0" presId="urn:microsoft.com/office/officeart/2005/8/layout/hChevron3"/>
    <dgm:cxn modelId="{DD40837D-4E0E-44F6-9B44-60F06CC1562C}" type="presParOf" srcId="{32DE4ABD-8AC9-4C50-B62C-4BCED54B0935}" destId="{95AFF05B-6F9C-4E2E-B93A-012E37CA6FAE}" srcOrd="4" destOrd="0" presId="urn:microsoft.com/office/officeart/2005/8/layout/hChevron3"/>
    <dgm:cxn modelId="{6AB41A0E-4F19-4793-9E4C-8223D590F8D8}" type="presParOf" srcId="{32DE4ABD-8AC9-4C50-B62C-4BCED54B0935}" destId="{1E074047-DE8B-4F39-B341-792034AD2F13}" srcOrd="5" destOrd="0" presId="urn:microsoft.com/office/officeart/2005/8/layout/hChevron3"/>
    <dgm:cxn modelId="{2E9B0762-CC82-4DB0-8334-B2BC7BC13011}" type="presParOf" srcId="{32DE4ABD-8AC9-4C50-B62C-4BCED54B0935}" destId="{63538E0E-735E-44FE-8687-16A1FC5284AD}" srcOrd="6" destOrd="0" presId="urn:microsoft.com/office/officeart/2005/8/layout/hChevron3"/>
    <dgm:cxn modelId="{ED2FE1F6-7F19-4D8C-BEDE-CFF345418020}" type="presParOf" srcId="{32DE4ABD-8AC9-4C50-B62C-4BCED54B0935}" destId="{FD34D419-FB00-4A95-B41E-69E6DA3A4108}" srcOrd="7" destOrd="0" presId="urn:microsoft.com/office/officeart/2005/8/layout/hChevron3"/>
    <dgm:cxn modelId="{DAA5E9E2-30D8-4816-8B72-E87A05B08523}" type="presParOf" srcId="{32DE4ABD-8AC9-4C50-B62C-4BCED54B0935}" destId="{4AF568DD-89E0-4486-864D-A0AE669E2D69}" srcOrd="8" destOrd="0" presId="urn:microsoft.com/office/officeart/2005/8/layout/hChevron3"/>
    <dgm:cxn modelId="{85E0C8B9-6241-4513-80DC-157EDCC049CD}" type="presParOf" srcId="{32DE4ABD-8AC9-4C50-B62C-4BCED54B0935}" destId="{D4B7EC33-2DA8-4B52-96D1-2B5789F1C1AF}" srcOrd="9" destOrd="0" presId="urn:microsoft.com/office/officeart/2005/8/layout/hChevron3"/>
    <dgm:cxn modelId="{991EBF19-C61F-4471-B76F-405967DC0FDE}" type="presParOf" srcId="{32DE4ABD-8AC9-4C50-B62C-4BCED54B0935}" destId="{7C9BB3A6-7305-4A33-B621-7C62C0D0BD77}" srcOrd="10" destOrd="0" presId="urn:microsoft.com/office/officeart/2005/8/layout/hChevron3"/>
    <dgm:cxn modelId="{3CC33035-0BEE-420E-9457-93EC80BADB32}" type="presParOf" srcId="{32DE4ABD-8AC9-4C50-B62C-4BCED54B0935}" destId="{5D769759-C8A8-494B-B97F-1AAB9BA1FDBF}" srcOrd="11" destOrd="0" presId="urn:microsoft.com/office/officeart/2005/8/layout/hChevron3"/>
    <dgm:cxn modelId="{42BB614C-3660-4C9E-BD0D-E5BAE6CE80EC}" type="presParOf" srcId="{32DE4ABD-8AC9-4C50-B62C-4BCED54B0935}" destId="{928C2E94-5723-4DC0-BFBD-39CC33BE91D9}" srcOrd="12" destOrd="0" presId="urn:microsoft.com/office/officeart/2005/8/layout/hChevron3"/>
    <dgm:cxn modelId="{192A9F17-D0FA-42A4-9D50-B0DA0949DBEB}" type="presParOf" srcId="{32DE4ABD-8AC9-4C50-B62C-4BCED54B0935}" destId="{5BCA05F4-287F-43BC-9F1B-F50D80C9E424}" srcOrd="13" destOrd="0" presId="urn:microsoft.com/office/officeart/2005/8/layout/hChevron3"/>
    <dgm:cxn modelId="{D476D51B-F379-4C6C-9D1E-2B5CC998620F}" type="presParOf" srcId="{32DE4ABD-8AC9-4C50-B62C-4BCED54B0935}" destId="{6D6742FE-9A65-4464-A6AF-6E76006D085E}" srcOrd="14" destOrd="0" presId="urn:microsoft.com/office/officeart/2005/8/layout/hChevron3"/>
    <dgm:cxn modelId="{D6FFB1C3-C194-411D-9785-13EE71809A08}" type="presParOf" srcId="{32DE4ABD-8AC9-4C50-B62C-4BCED54B0935}" destId="{F3AA6B1D-EB59-4BE1-BEE7-7B589C597178}" srcOrd="15" destOrd="0" presId="urn:microsoft.com/office/officeart/2005/8/layout/hChevron3"/>
    <dgm:cxn modelId="{230CDF04-F564-4A5C-AE58-65FF54E81D72}" type="presParOf" srcId="{32DE4ABD-8AC9-4C50-B62C-4BCED54B0935}" destId="{0A3D2E6D-AF4B-4AF8-800F-1EE0C38C8EB9}" srcOrd="16" destOrd="0" presId="urn:microsoft.com/office/officeart/2005/8/layout/hChevron3"/>
    <dgm:cxn modelId="{CE134A1E-2FED-42E6-9A61-488A913CFA26}" type="presParOf" srcId="{32DE4ABD-8AC9-4C50-B62C-4BCED54B0935}" destId="{BC588587-5C87-497A-85FE-B4F3C9F103A0}" srcOrd="17" destOrd="0" presId="urn:microsoft.com/office/officeart/2005/8/layout/hChevron3"/>
    <dgm:cxn modelId="{363A3806-456C-48E6-A4D1-889B52C6066B}" type="presParOf" srcId="{32DE4ABD-8AC9-4C50-B62C-4BCED54B0935}" destId="{7B37D31C-61A9-4827-9BF6-4AF641761E4A}" srcOrd="1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163094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281914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C97943-D07A-4433-919E-10AAA535A15E}">
      <dsp:nvSpPr>
        <dsp:cNvPr id="0" name=""/>
        <dsp:cNvSpPr/>
      </dsp:nvSpPr>
      <dsp:spPr>
        <a:xfrm>
          <a:off x="74" y="0"/>
          <a:ext cx="743396" cy="237640"/>
        </a:xfrm>
        <a:prstGeom prst="homePlate">
          <a:avLst/>
        </a:prstGeom>
        <a:solidFill>
          <a:srgbClr val="0070C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1.GIẢ ĐỊNH</a:t>
          </a:r>
          <a:endParaRPr lang="en-US" sz="500" b="1" kern="1200"/>
        </a:p>
      </dsp:txBody>
      <dsp:txXfrm>
        <a:off x="74" y="0"/>
        <a:ext cx="683986" cy="237640"/>
      </dsp:txXfrm>
    </dsp:sp>
    <dsp:sp modelId="{C6112FA0-AAD4-4CF8-8029-D13077F038D6}">
      <dsp:nvSpPr>
        <dsp:cNvPr id="0" name=""/>
        <dsp:cNvSpPr/>
      </dsp:nvSpPr>
      <dsp:spPr>
        <a:xfrm>
          <a:off x="59479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2.SALE</a:t>
          </a:r>
          <a:endParaRPr lang="en-US" sz="500" b="1" kern="1200"/>
        </a:p>
      </dsp:txBody>
      <dsp:txXfrm>
        <a:off x="713611" y="0"/>
        <a:ext cx="505756" cy="237640"/>
      </dsp:txXfrm>
    </dsp:sp>
    <dsp:sp modelId="{95AFF05B-6F9C-4E2E-B93A-012E37CA6FAE}">
      <dsp:nvSpPr>
        <dsp:cNvPr id="0" name=""/>
        <dsp:cNvSpPr/>
      </dsp:nvSpPr>
      <dsp:spPr>
        <a:xfrm>
          <a:off x="1189508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vi-VN" sz="500" b="1" kern="1200"/>
            <a:t>3.EBITDA,LNST</a:t>
          </a:r>
          <a:endParaRPr lang="en-US" sz="500" b="1" kern="1200"/>
        </a:p>
      </dsp:txBody>
      <dsp:txXfrm>
        <a:off x="1308328" y="0"/>
        <a:ext cx="505756" cy="237640"/>
      </dsp:txXfrm>
    </dsp:sp>
    <dsp:sp modelId="{63538E0E-735E-44FE-8687-16A1FC5284AD}">
      <dsp:nvSpPr>
        <dsp:cNvPr id="0" name=""/>
        <dsp:cNvSpPr/>
      </dsp:nvSpPr>
      <dsp:spPr>
        <a:xfrm>
          <a:off x="1784225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4. BIẾN PHÍ</a:t>
          </a:r>
        </a:p>
      </dsp:txBody>
      <dsp:txXfrm>
        <a:off x="1903045" y="0"/>
        <a:ext cx="505756" cy="237640"/>
      </dsp:txXfrm>
    </dsp:sp>
    <dsp:sp modelId="{4AF568DD-89E0-4486-864D-A0AE669E2D69}">
      <dsp:nvSpPr>
        <dsp:cNvPr id="0" name=""/>
        <dsp:cNvSpPr/>
      </dsp:nvSpPr>
      <dsp:spPr>
        <a:xfrm>
          <a:off x="2378943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5</a:t>
          </a:r>
          <a:r>
            <a:rPr lang="vi-VN" sz="500" b="1" kern="1200"/>
            <a:t>.OpEx</a:t>
          </a:r>
          <a:endParaRPr lang="en-US" sz="500" b="1" kern="1200"/>
        </a:p>
      </dsp:txBody>
      <dsp:txXfrm>
        <a:off x="2497763" y="0"/>
        <a:ext cx="505756" cy="237640"/>
      </dsp:txXfrm>
    </dsp:sp>
    <dsp:sp modelId="{7C9BB3A6-7305-4A33-B621-7C62C0D0BD77}">
      <dsp:nvSpPr>
        <dsp:cNvPr id="0" name=""/>
        <dsp:cNvSpPr/>
      </dsp:nvSpPr>
      <dsp:spPr>
        <a:xfrm>
          <a:off x="2973660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6</a:t>
          </a:r>
          <a:r>
            <a:rPr lang="vi-VN" sz="500" b="1" kern="1200"/>
            <a:t>.LƯƠNG</a:t>
          </a:r>
          <a:endParaRPr lang="en-US" sz="500" b="1" kern="1200"/>
        </a:p>
      </dsp:txBody>
      <dsp:txXfrm>
        <a:off x="3092480" y="0"/>
        <a:ext cx="505756" cy="237640"/>
      </dsp:txXfrm>
    </dsp:sp>
    <dsp:sp modelId="{928C2E94-5723-4DC0-BFBD-39CC33BE91D9}">
      <dsp:nvSpPr>
        <dsp:cNvPr id="0" name=""/>
        <dsp:cNvSpPr/>
      </dsp:nvSpPr>
      <dsp:spPr>
        <a:xfrm>
          <a:off x="3568377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7</a:t>
          </a:r>
          <a:r>
            <a:rPr lang="vi-VN" sz="500" b="1" kern="1200"/>
            <a:t>.CapEx</a:t>
          </a:r>
          <a:endParaRPr lang="en-US" sz="500" b="1" kern="1200"/>
        </a:p>
      </dsp:txBody>
      <dsp:txXfrm>
        <a:off x="3687197" y="0"/>
        <a:ext cx="505756" cy="237640"/>
      </dsp:txXfrm>
    </dsp:sp>
    <dsp:sp modelId="{6D6742FE-9A65-4464-A6AF-6E76006D085E}">
      <dsp:nvSpPr>
        <dsp:cNvPr id="0" name=""/>
        <dsp:cNvSpPr/>
      </dsp:nvSpPr>
      <dsp:spPr>
        <a:xfrm>
          <a:off x="420398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8</a:t>
          </a:r>
          <a:r>
            <a:rPr lang="vi-VN" sz="500" b="1" kern="1200"/>
            <a:t>.P&amp;L</a:t>
          </a:r>
          <a:endParaRPr lang="en-US" sz="500" b="1" kern="1200"/>
        </a:p>
      </dsp:txBody>
      <dsp:txXfrm>
        <a:off x="4322801" y="0"/>
        <a:ext cx="505756" cy="237640"/>
      </dsp:txXfrm>
    </dsp:sp>
    <dsp:sp modelId="{0A3D2E6D-AF4B-4AF8-800F-1EE0C38C8EB9}">
      <dsp:nvSpPr>
        <dsp:cNvPr id="0" name=""/>
        <dsp:cNvSpPr/>
      </dsp:nvSpPr>
      <dsp:spPr>
        <a:xfrm>
          <a:off x="4757811" y="0"/>
          <a:ext cx="743396" cy="237640"/>
        </a:xfrm>
        <a:prstGeom prst="chevron">
          <a:avLst/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9</a:t>
          </a:r>
          <a:r>
            <a:rPr lang="vi-VN" sz="500" b="1" kern="1200"/>
            <a:t>.</a:t>
          </a:r>
          <a:r>
            <a:rPr lang="en-US" sz="500" b="1" kern="1200"/>
            <a:t>TÀI CHÍNH</a:t>
          </a:r>
        </a:p>
      </dsp:txBody>
      <dsp:txXfrm>
        <a:off x="4876631" y="0"/>
        <a:ext cx="505756" cy="237640"/>
      </dsp:txXfrm>
    </dsp:sp>
    <dsp:sp modelId="{7B37D31C-61A9-4827-9BF6-4AF641761E4A}">
      <dsp:nvSpPr>
        <dsp:cNvPr id="0" name=""/>
        <dsp:cNvSpPr/>
      </dsp:nvSpPr>
      <dsp:spPr>
        <a:xfrm>
          <a:off x="5352529" y="0"/>
          <a:ext cx="743396" cy="237640"/>
        </a:xfrm>
        <a:prstGeom prst="chevron">
          <a:avLst/>
        </a:prstGeom>
        <a:solidFill>
          <a:srgbClr val="119303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03" tIns="13335" rIns="6668" bIns="13335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" b="1" kern="1200"/>
            <a:t>10</a:t>
          </a:r>
          <a:r>
            <a:rPr lang="vi-VN" sz="500" b="1" kern="1200"/>
            <a:t>.CHỈ SỐ</a:t>
          </a:r>
          <a:endParaRPr lang="en-US" sz="500" b="1" kern="1200"/>
        </a:p>
      </dsp:txBody>
      <dsp:txXfrm>
        <a:off x="5471349" y="0"/>
        <a:ext cx="505756" cy="237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D026E-F0EF-0AEF-4B10-6553BDE41C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348" cy="498215"/>
          </a:xfrm>
          <a:prstGeom prst="rect">
            <a:avLst/>
          </a:prstGeom>
        </p:spPr>
        <p:txBody>
          <a:bodyPr vert="horz" lIns="95582" tIns="47791" rIns="95582" bIns="47791" rtlCol="0"/>
          <a:lstStyle>
            <a:lvl1pPr algn="l">
              <a:defRPr sz="1300"/>
            </a:lvl1pPr>
          </a:lstStyle>
          <a:p>
            <a:r>
              <a:rPr lang="en-US"/>
              <a:t>61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4E2CAC-5EAD-BFEF-B4DF-99679D5335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1343" y="0"/>
            <a:ext cx="2946348" cy="498215"/>
          </a:xfrm>
          <a:prstGeom prst="rect">
            <a:avLst/>
          </a:prstGeom>
        </p:spPr>
        <p:txBody>
          <a:bodyPr vert="horz" lIns="95582" tIns="47791" rIns="95582" bIns="47791" rtlCol="0"/>
          <a:lstStyle>
            <a:lvl1pPr algn="r">
              <a:defRPr sz="1300"/>
            </a:lvl1pPr>
          </a:lstStyle>
          <a:p>
            <a:fld id="{DFBDB83E-0D1C-49EF-A89A-B984A365B8AA}" type="datetime1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C6E7D3-074A-F063-1DAB-7976073CB73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6348" cy="498213"/>
          </a:xfrm>
          <a:prstGeom prst="rect">
            <a:avLst/>
          </a:prstGeom>
        </p:spPr>
        <p:txBody>
          <a:bodyPr vert="horz" lIns="95582" tIns="47791" rIns="95582" bIns="47791" rtlCol="0" anchor="b"/>
          <a:lstStyle>
            <a:lvl1pPr algn="l">
              <a:defRPr sz="1300"/>
            </a:lvl1pPr>
          </a:lstStyle>
          <a:p>
            <a:r>
              <a:rPr lang="en-US"/>
              <a:t>65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7AF7B-2171-CC4C-C008-5440A9C71B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1343" y="9431600"/>
            <a:ext cx="2946348" cy="498213"/>
          </a:xfrm>
          <a:prstGeom prst="rect">
            <a:avLst/>
          </a:prstGeom>
        </p:spPr>
        <p:txBody>
          <a:bodyPr vert="horz" lIns="95582" tIns="47791" rIns="95582" bIns="47791" rtlCol="0" anchor="b"/>
          <a:lstStyle>
            <a:lvl1pPr algn="r">
              <a:defRPr sz="1300"/>
            </a:lvl1pPr>
          </a:lstStyle>
          <a:p>
            <a:fld id="{134E3D18-FA13-4B19-AB93-DDC6F23CF8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42097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8287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lIns="95582" tIns="47791" rIns="95582" bIns="47791"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927" y="4716663"/>
            <a:ext cx="5439410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567" tIns="95567" rIns="95567" bIns="95567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D5B93-14A8-3426-4FC6-663D5561C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9F722-9D8B-0568-3D3D-43851E532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80200" cy="37592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35FCBE-2E82-D43E-C1A1-CBD501E445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8815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8287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958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80200" cy="3759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28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554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35850-19AF-36B7-7399-00FC1F1F5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42E8E5-F22D-EFF8-D31A-6FC59D5232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80200" cy="37592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18956-CDE2-7ED8-C71F-FB6B47B07C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28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432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80200" cy="3759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62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603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29008-0E71-9E80-4B7C-60C5780C9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A269CC-D5A5-6F33-4B3D-0349025CA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80200" cy="37592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A0E5C3-A8DA-7BC7-34B2-D8DDF07A0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62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1806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38ECB-BDE7-BF25-7280-F281DA5DD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0EDDF-50EA-422B-A39D-EBCDA2E9E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80200" cy="37592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A5B09A-DC21-CA83-261F-0BBD24642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62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2726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80200" cy="3759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62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2751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FD278-A84D-4A61-AEB7-7DD441691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FB2CF6-2B37-1261-DC7C-834A5A5D32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80200" cy="37592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9094B-2734-CADD-8CFA-CB810C5CA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18120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E9385-9A1A-2B34-8F7B-77C943556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16E3D5-6411-D16B-2C40-BAB6293514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80200" cy="37592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2EDA34-D6B0-E6E7-08D4-156755AE6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3057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91052-28CC-380F-0584-9BA128090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89AC8-58A0-E648-3EC1-346DC1B1BC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80200" cy="37592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6EDEA6-8D16-2222-A38A-990287E28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5181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80200" cy="3759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623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3651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80200" cy="3759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28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319331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78783-57FD-1CB4-48F9-586684E7F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341D2-56BC-16AF-6361-F9906B854D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80200" cy="37592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D3CFCA-B768-0BD1-4DB1-19A30EB99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28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322556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4775" y="750888"/>
            <a:ext cx="6680200" cy="37592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7623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168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8287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2724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 1" userDrawn="1">
  <p:cSld name="1_Title and body 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1"/>
          <p:cNvSpPr txBox="1">
            <a:spLocks noGrp="1"/>
          </p:cNvSpPr>
          <p:nvPr>
            <p:ph type="body" idx="1"/>
          </p:nvPr>
        </p:nvSpPr>
        <p:spPr>
          <a:xfrm>
            <a:off x="370475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 dirty="0"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2"/>
          </p:nvPr>
        </p:nvSpPr>
        <p:spPr>
          <a:xfrm>
            <a:off x="370483" y="941525"/>
            <a:ext cx="84600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latin typeface="+mn-lt"/>
                <a:cs typeface="Times New Roman" panose="02020603050405020304" pitchFamily="18" charset="0"/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body" idx="3"/>
          </p:nvPr>
        </p:nvSpPr>
        <p:spPr>
          <a:xfrm>
            <a:off x="4581151" y="1348400"/>
            <a:ext cx="3891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Muli"/>
              <a:buChar char="●"/>
              <a:defRPr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  <a:sym typeface="Muli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●"/>
              <a:defRPr>
                <a:latin typeface="Muli"/>
                <a:ea typeface="Muli"/>
                <a:cs typeface="Muli"/>
                <a:sym typeface="Muli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Muli"/>
              <a:buChar char="○"/>
              <a:defRPr>
                <a:latin typeface="Muli"/>
                <a:ea typeface="Muli"/>
                <a:cs typeface="Muli"/>
                <a:sym typeface="Muli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Muli"/>
              <a:buChar char="■"/>
              <a:defRPr>
                <a:latin typeface="Muli"/>
                <a:ea typeface="Muli"/>
                <a:cs typeface="Muli"/>
                <a:sym typeface="Muli"/>
              </a:defRPr>
            </a:lvl9pPr>
          </a:lstStyle>
          <a:p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A00CEB-073E-0405-9700-A5666772513A}"/>
              </a:ext>
            </a:extLst>
          </p:cNvPr>
          <p:cNvSpPr/>
          <p:nvPr userDrawn="1"/>
        </p:nvSpPr>
        <p:spPr>
          <a:xfrm>
            <a:off x="0" y="4886312"/>
            <a:ext cx="9144000" cy="257189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2D95F29-BFD2-80BC-4110-94846D2B4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52931" y="4917551"/>
            <a:ext cx="415453" cy="2125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n-lt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DD554874-E025-4583-820E-CA4CA4C050FD}" type="slidenum">
              <a:rPr lang="en-US" smtClean="0"/>
              <a:pPr/>
              <a:t>‹#›</a:t>
            </a:fld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3129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9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B179A5-D0A4-9731-C600-FE4696F7F50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6281" y="4990267"/>
            <a:ext cx="614635" cy="942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C258937-FB5A-DD24-8D91-AB27D66988BB}"/>
              </a:ext>
            </a:extLst>
          </p:cNvPr>
          <p:cNvSpPr/>
          <p:nvPr userDrawn="1"/>
        </p:nvSpPr>
        <p:spPr>
          <a:xfrm>
            <a:off x="789947" y="4924412"/>
            <a:ext cx="8354053" cy="219088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5" name="Google Shape;170;p19">
            <a:extLst>
              <a:ext uri="{FF2B5EF4-FFF2-40B4-BE49-F238E27FC236}">
                <a16:creationId xmlns:a16="http://schemas.microsoft.com/office/drawing/2014/main" id="{AAAB8DB4-4763-7C4A-203D-6C0FBEF99F98}"/>
              </a:ext>
            </a:extLst>
          </p:cNvPr>
          <p:cNvSpPr txBox="1">
            <a:spLocks/>
          </p:cNvSpPr>
          <p:nvPr userDrawn="1"/>
        </p:nvSpPr>
        <p:spPr>
          <a:xfrm>
            <a:off x="360220" y="1351629"/>
            <a:ext cx="8334161" cy="1101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algn="ctr"/>
            <a:r>
              <a:rPr lang="en" sz="3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BÁO CÁO CỦA BAN ĐIỀU HÀNH</a:t>
            </a:r>
            <a:endParaRPr lang="en-US" sz="32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" sz="32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TUẦN 14 / 2025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image" Target="../media/image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11" Type="http://schemas.openxmlformats.org/officeDocument/2006/relationships/image" Target="../media/image12.png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11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16.png"/><Relationship Id="rId5" Type="http://schemas.openxmlformats.org/officeDocument/2006/relationships/diagramQuickStyle" Target="../diagrams/quickStyle4.xml"/><Relationship Id="rId10" Type="http://schemas.openxmlformats.org/officeDocument/2006/relationships/image" Target="../media/image15.png"/><Relationship Id="rId4" Type="http://schemas.openxmlformats.org/officeDocument/2006/relationships/diagramLayout" Target="../diagrams/layout4.xml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10" Type="http://schemas.openxmlformats.org/officeDocument/2006/relationships/image" Target="../media/image19.png"/><Relationship Id="rId4" Type="http://schemas.openxmlformats.org/officeDocument/2006/relationships/diagramLayout" Target="../diagrams/layout5.xml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diagramLayout" Target="../diagrams/layout6.xml"/><Relationship Id="rId7" Type="http://schemas.openxmlformats.org/officeDocument/2006/relationships/image" Target="../media/image20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23.emf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24.emf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5.xml"/><Relationship Id="rId7" Type="http://schemas.microsoft.com/office/2007/relationships/diagramDrawing" Target="../diagrams/drawing1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5.xml"/><Relationship Id="rId5" Type="http://schemas.openxmlformats.org/officeDocument/2006/relationships/diagramQuickStyle" Target="../diagrams/quickStyle15.xml"/><Relationship Id="rId4" Type="http://schemas.openxmlformats.org/officeDocument/2006/relationships/diagramLayout" Target="../diagrams/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2AB52-1304-636D-74DC-66F08AC14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1C4200-E354-CE71-82ED-534D9EC3D3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3" t="166" r="17"/>
          <a:stretch>
            <a:fillRect/>
          </a:stretch>
        </p:blipFill>
        <p:spPr>
          <a:xfrm>
            <a:off x="1" y="958446"/>
            <a:ext cx="9143999" cy="417696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FB88903-5C3E-F462-03F8-4D39E88F69EB}"/>
              </a:ext>
            </a:extLst>
          </p:cNvPr>
          <p:cNvSpPr/>
          <p:nvPr/>
        </p:nvSpPr>
        <p:spPr>
          <a:xfrm>
            <a:off x="-6015" y="930738"/>
            <a:ext cx="9144000" cy="702893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Google Shape;170;p19">
            <a:extLst>
              <a:ext uri="{FF2B5EF4-FFF2-40B4-BE49-F238E27FC236}">
                <a16:creationId xmlns:a16="http://schemas.microsoft.com/office/drawing/2014/main" id="{C0FA59BD-66FC-006D-A57C-4B862EADDC6E}"/>
              </a:ext>
            </a:extLst>
          </p:cNvPr>
          <p:cNvSpPr txBox="1">
            <a:spLocks/>
          </p:cNvSpPr>
          <p:nvPr/>
        </p:nvSpPr>
        <p:spPr>
          <a:xfrm>
            <a:off x="1562167" y="958446"/>
            <a:ext cx="5731328" cy="7028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 Slab"/>
              <a:buNone/>
              <a:defRPr sz="1800" b="1" i="0" u="none" strike="noStrike" cap="none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algn="ctr"/>
            <a:r>
              <a:rPr lang="en" sz="3200">
                <a:solidFill>
                  <a:schemeClr val="bg1"/>
                </a:solidFill>
                <a:latin typeface="+mn-lt"/>
                <a:cs typeface="Times New Roman" panose="02020603050405020304" pitchFamily="18" charset="0"/>
              </a:rPr>
              <a:t>NGÂN SÁCH NĂM 2026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9B4227-561E-ED2E-C96C-AECCBC9C96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7345D9-50A7-4D03-0360-14EF18363155}"/>
              </a:ext>
            </a:extLst>
          </p:cNvPr>
          <p:cNvSpPr txBox="1"/>
          <p:nvPr/>
        </p:nvSpPr>
        <p:spPr>
          <a:xfrm>
            <a:off x="1" y="1644633"/>
            <a:ext cx="91379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CÔNG TY TNHH MTV ĐỒNG LÂM</a:t>
            </a:r>
          </a:p>
        </p:txBody>
      </p:sp>
      <p:pic>
        <p:nvPicPr>
          <p:cNvPr id="6" name="Picture 5" descr="A green and grey recycle sign&#10;&#10;Description automatically generated">
            <a:extLst>
              <a:ext uri="{FF2B5EF4-FFF2-40B4-BE49-F238E27FC236}">
                <a16:creationId xmlns:a16="http://schemas.microsoft.com/office/drawing/2014/main" id="{1AE911FF-547C-EDFA-CE33-FE2E00AFF3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325" y="220236"/>
            <a:ext cx="2229909" cy="488473"/>
          </a:xfrm>
          <a:prstGeom prst="rect">
            <a:avLst/>
          </a:prstGeom>
        </p:spPr>
      </p:pic>
      <p:pic>
        <p:nvPicPr>
          <p:cNvPr id="5" name="Picture 4" descr="A green and white sign&#10;&#10;Description automatically generated">
            <a:extLst>
              <a:ext uri="{FF2B5EF4-FFF2-40B4-BE49-F238E27FC236}">
                <a16:creationId xmlns:a16="http://schemas.microsoft.com/office/drawing/2014/main" id="{8F8F9E63-E9D0-0FC1-D8D9-5680E03B1F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030" y="106326"/>
            <a:ext cx="1898745" cy="602383"/>
          </a:xfrm>
          <a:prstGeom prst="rect">
            <a:avLst/>
          </a:prstGeom>
        </p:spPr>
      </p:pic>
      <p:sp>
        <p:nvSpPr>
          <p:cNvPr id="8" name="Google Shape;111;p13">
            <a:extLst>
              <a:ext uri="{FF2B5EF4-FFF2-40B4-BE49-F238E27FC236}">
                <a16:creationId xmlns:a16="http://schemas.microsoft.com/office/drawing/2014/main" id="{36DA9801-81E0-3EE2-89F2-51C805CF54AE}"/>
              </a:ext>
            </a:extLst>
          </p:cNvPr>
          <p:cNvSpPr txBox="1">
            <a:spLocks/>
          </p:cNvSpPr>
          <p:nvPr/>
        </p:nvSpPr>
        <p:spPr>
          <a:xfrm>
            <a:off x="0" y="4424517"/>
            <a:ext cx="2589670" cy="705608"/>
          </a:xfrm>
          <a:prstGeom prst="rect">
            <a:avLst/>
          </a:prstGeom>
          <a:solidFill>
            <a:schemeClr val="bg1">
              <a:lumMod val="95000"/>
              <a:alpha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just">
              <a:spcBef>
                <a:spcPts val="600"/>
              </a:spcBef>
              <a:buNone/>
            </a:pPr>
            <a:r>
              <a:rPr lang="en-US" sz="1200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Trình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bày</a:t>
            </a:r>
            <a:r>
              <a:rPr lang="en-US" sz="12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: </a:t>
            </a:r>
            <a:r>
              <a:rPr lang="en-US" sz="12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Lê Thùy Ngân (KTT)</a:t>
            </a:r>
          </a:p>
          <a:p>
            <a:pPr marL="0" indent="0" algn="just">
              <a:spcBef>
                <a:spcPts val="600"/>
              </a:spcBef>
              <a:buNone/>
            </a:pPr>
            <a:r>
              <a:rPr lang="en-US" sz="1200" dirty="0" err="1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Ngày</a:t>
            </a:r>
            <a:r>
              <a:rPr lang="en-US" sz="12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:        18/03</a:t>
            </a:r>
            <a:r>
              <a:rPr lang="vi-VN" sz="12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/202</a:t>
            </a:r>
            <a:r>
              <a:rPr lang="en-US" sz="1200" b="1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26864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944D6-7AB8-2308-3509-C160B278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Isosceles Triangle 80">
            <a:extLst>
              <a:ext uri="{FF2B5EF4-FFF2-40B4-BE49-F238E27FC236}">
                <a16:creationId xmlns:a16="http://schemas.microsoft.com/office/drawing/2014/main" id="{58A01F91-E185-4353-50D6-C2C66A7FA205}"/>
              </a:ext>
            </a:extLst>
          </p:cNvPr>
          <p:cNvSpPr/>
          <p:nvPr/>
        </p:nvSpPr>
        <p:spPr>
          <a:xfrm rot="9531852">
            <a:off x="1617150" y="3603033"/>
            <a:ext cx="202991" cy="557831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0" name="Isosceles Triangle 79">
            <a:extLst>
              <a:ext uri="{FF2B5EF4-FFF2-40B4-BE49-F238E27FC236}">
                <a16:creationId xmlns:a16="http://schemas.microsoft.com/office/drawing/2014/main" id="{38973840-1E90-BBF2-E836-9B5D4A254030}"/>
              </a:ext>
            </a:extLst>
          </p:cNvPr>
          <p:cNvSpPr/>
          <p:nvPr/>
        </p:nvSpPr>
        <p:spPr>
          <a:xfrm rot="8613109">
            <a:off x="1934542" y="3438621"/>
            <a:ext cx="202991" cy="557831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9" name="Isosceles Triangle 78">
            <a:extLst>
              <a:ext uri="{FF2B5EF4-FFF2-40B4-BE49-F238E27FC236}">
                <a16:creationId xmlns:a16="http://schemas.microsoft.com/office/drawing/2014/main" id="{8CE50502-3A34-A903-1DAC-116537142C5C}"/>
              </a:ext>
            </a:extLst>
          </p:cNvPr>
          <p:cNvSpPr/>
          <p:nvPr/>
        </p:nvSpPr>
        <p:spPr>
          <a:xfrm rot="7554746">
            <a:off x="2176169" y="3178795"/>
            <a:ext cx="239438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8" name="Isosceles Triangle 77">
            <a:extLst>
              <a:ext uri="{FF2B5EF4-FFF2-40B4-BE49-F238E27FC236}">
                <a16:creationId xmlns:a16="http://schemas.microsoft.com/office/drawing/2014/main" id="{5175E2BD-251D-05B4-4AF3-511E71445A3B}"/>
              </a:ext>
            </a:extLst>
          </p:cNvPr>
          <p:cNvSpPr/>
          <p:nvPr/>
        </p:nvSpPr>
        <p:spPr>
          <a:xfrm rot="6640518">
            <a:off x="2392023" y="2807242"/>
            <a:ext cx="239438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7" name="Isosceles Triangle 76">
            <a:extLst>
              <a:ext uri="{FF2B5EF4-FFF2-40B4-BE49-F238E27FC236}">
                <a16:creationId xmlns:a16="http://schemas.microsoft.com/office/drawing/2014/main" id="{360348CB-CC35-67DA-86AF-790191E1EFAF}"/>
              </a:ext>
            </a:extLst>
          </p:cNvPr>
          <p:cNvSpPr/>
          <p:nvPr/>
        </p:nvSpPr>
        <p:spPr>
          <a:xfrm rot="5710226">
            <a:off x="2468342" y="2429596"/>
            <a:ext cx="239436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6" name="Isosceles Triangle 75">
            <a:extLst>
              <a:ext uri="{FF2B5EF4-FFF2-40B4-BE49-F238E27FC236}">
                <a16:creationId xmlns:a16="http://schemas.microsoft.com/office/drawing/2014/main" id="{2195190F-65FA-D549-E7C9-11F6E6EA5149}"/>
              </a:ext>
            </a:extLst>
          </p:cNvPr>
          <p:cNvSpPr/>
          <p:nvPr/>
        </p:nvSpPr>
        <p:spPr>
          <a:xfrm rot="4578457">
            <a:off x="2447060" y="2046950"/>
            <a:ext cx="239438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5" name="Isosceles Triangle 74">
            <a:extLst>
              <a:ext uri="{FF2B5EF4-FFF2-40B4-BE49-F238E27FC236}">
                <a16:creationId xmlns:a16="http://schemas.microsoft.com/office/drawing/2014/main" id="{BEA4A2B6-6A60-DD39-785D-894351032894}"/>
              </a:ext>
            </a:extLst>
          </p:cNvPr>
          <p:cNvSpPr/>
          <p:nvPr/>
        </p:nvSpPr>
        <p:spPr>
          <a:xfrm rot="3758051">
            <a:off x="2320687" y="1708609"/>
            <a:ext cx="239438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74" name="Isosceles Triangle 73">
            <a:extLst>
              <a:ext uri="{FF2B5EF4-FFF2-40B4-BE49-F238E27FC236}">
                <a16:creationId xmlns:a16="http://schemas.microsoft.com/office/drawing/2014/main" id="{BB98DFAE-3199-CB0B-20AA-B282DD358114}"/>
              </a:ext>
            </a:extLst>
          </p:cNvPr>
          <p:cNvSpPr/>
          <p:nvPr/>
        </p:nvSpPr>
        <p:spPr>
          <a:xfrm rot="2765194">
            <a:off x="2124328" y="1415191"/>
            <a:ext cx="239438" cy="472918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4A9E36B-D516-000A-44C4-F29372BC16DC}"/>
              </a:ext>
            </a:extLst>
          </p:cNvPr>
          <p:cNvGrpSpPr/>
          <p:nvPr/>
        </p:nvGrpSpPr>
        <p:grpSpPr>
          <a:xfrm>
            <a:off x="1521690" y="417165"/>
            <a:ext cx="7452164" cy="1226819"/>
            <a:chOff x="2053009" y="373232"/>
            <a:chExt cx="9936218" cy="1386762"/>
          </a:xfrm>
        </p:grpSpPr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4AF66A7A-665A-0A33-10F4-02E30B0D12E7}"/>
                </a:ext>
              </a:extLst>
            </p:cNvPr>
            <p:cNvSpPr/>
            <p:nvPr/>
          </p:nvSpPr>
          <p:spPr>
            <a:xfrm rot="984673">
              <a:off x="2053009" y="1129437"/>
              <a:ext cx="270655" cy="630557"/>
            </a:xfrm>
            <a:prstGeom prst="triangle">
              <a:avLst>
                <a:gd name="adj" fmla="val 5598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B142A12-2AF3-7A1E-20CE-D6F60B8C3957}"/>
                </a:ext>
              </a:extLst>
            </p:cNvPr>
            <p:cNvGrpSpPr/>
            <p:nvPr/>
          </p:nvGrpSpPr>
          <p:grpSpPr>
            <a:xfrm>
              <a:off x="2613112" y="373232"/>
              <a:ext cx="9376115" cy="469135"/>
              <a:chOff x="4435722" y="1677828"/>
              <a:chExt cx="9378558" cy="469258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DA9DECC-782D-A458-374C-DB9615778680}"/>
                  </a:ext>
                </a:extLst>
              </p:cNvPr>
              <p:cNvSpPr/>
              <p:nvPr/>
            </p:nvSpPr>
            <p:spPr>
              <a:xfrm>
                <a:off x="4690885" y="1677828"/>
                <a:ext cx="6465957" cy="447845"/>
              </a:xfrm>
              <a:prstGeom prst="rect">
                <a:avLst/>
              </a:prstGeom>
              <a:gradFill>
                <a:gsLst>
                  <a:gs pos="37000">
                    <a:schemeClr val="bg1">
                      <a:lumMod val="75000"/>
                      <a:alpha val="31000"/>
                    </a:schemeClr>
                  </a:gs>
                  <a:gs pos="5000">
                    <a:schemeClr val="bg1">
                      <a:lumMod val="75000"/>
                    </a:schemeClr>
                  </a:gs>
                  <a:gs pos="100000">
                    <a:schemeClr val="bg1">
                      <a:alpha val="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2B5E61E-5449-618F-DC0C-C2CAE44337F7}"/>
                  </a:ext>
                </a:extLst>
              </p:cNvPr>
              <p:cNvSpPr txBox="1"/>
              <p:nvPr/>
            </p:nvSpPr>
            <p:spPr>
              <a:xfrm>
                <a:off x="4961820" y="1751898"/>
                <a:ext cx="8852460" cy="347994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r>
                  <a:rPr lang="en-US" b="1" dirty="0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Các </a:t>
                </a:r>
                <a:r>
                  <a:rPr lang="en-US" b="1" dirty="0" err="1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yếu</a:t>
                </a:r>
                <a:r>
                  <a:rPr lang="en-US" b="1" dirty="0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</a:t>
                </a:r>
                <a:r>
                  <a:rPr lang="en-US" b="1" dirty="0" err="1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tố</a:t>
                </a:r>
                <a:r>
                  <a:rPr lang="en-US" b="1" dirty="0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</a:t>
                </a:r>
                <a:r>
                  <a:rPr lang="en-US" b="1" dirty="0" err="1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giả</a:t>
                </a:r>
                <a:r>
                  <a:rPr lang="en-US" b="1" dirty="0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</a:t>
                </a:r>
                <a:r>
                  <a:rPr lang="en-US" b="1" dirty="0" err="1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định</a:t>
                </a:r>
                <a:r>
                  <a:rPr lang="en-US" b="1" dirty="0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</a:t>
                </a:r>
                <a:r>
                  <a:rPr lang="en-US" b="1" dirty="0" err="1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năm</a:t>
                </a:r>
                <a:r>
                  <a:rPr lang="en-US" b="1" dirty="0">
                    <a:ln w="0"/>
                    <a:solidFill>
                      <a:srgbClr val="119303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2026</a:t>
                </a:r>
                <a:endParaRPr lang="en-US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7F21249-D725-DA24-DF7C-8A769543FB3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435722" y="1677828"/>
                <a:ext cx="469258" cy="469258"/>
              </a:xfrm>
              <a:prstGeom prst="ellipse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53986" tIns="68562" rIns="53986" bIns="68562" numCol="1" anchor="ctr" anchorCtr="1" compatLnSpc="1">
                <a:prstTxWarp prst="textNoShape">
                  <a:avLst/>
                </a:prstTxWarp>
              </a:bodyPr>
              <a:lstStyle/>
              <a:p>
                <a:r>
                  <a:rPr lang="en-US" sz="1100">
                    <a:solidFill>
                      <a:srgbClr val="006736"/>
                    </a:solidFill>
                    <a:latin typeface="Arial" pitchFamily="34" charset="0"/>
                    <a:cs typeface="Arial" pitchFamily="34" charset="0"/>
                  </a:rPr>
                  <a:t>1</a:t>
                </a:r>
              </a:p>
            </p:txBody>
          </p:sp>
        </p:grpSp>
      </p:grpSp>
      <p:sp>
        <p:nvSpPr>
          <p:cNvPr id="73" name="Isosceles Triangle 72">
            <a:extLst>
              <a:ext uri="{FF2B5EF4-FFF2-40B4-BE49-F238E27FC236}">
                <a16:creationId xmlns:a16="http://schemas.microsoft.com/office/drawing/2014/main" id="{CA5A5236-88F6-A6C9-9264-EC4017BD2078}"/>
              </a:ext>
            </a:extLst>
          </p:cNvPr>
          <p:cNvSpPr/>
          <p:nvPr/>
        </p:nvSpPr>
        <p:spPr>
          <a:xfrm rot="2043909">
            <a:off x="1827921" y="1161582"/>
            <a:ext cx="202991" cy="557831"/>
          </a:xfrm>
          <a:prstGeom prst="triangle">
            <a:avLst>
              <a:gd name="adj" fmla="val 559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0228C8-05DA-FEDA-A182-DA8BE4A8BA55}"/>
              </a:ext>
            </a:extLst>
          </p:cNvPr>
          <p:cNvSpPr/>
          <p:nvPr/>
        </p:nvSpPr>
        <p:spPr>
          <a:xfrm>
            <a:off x="0" y="5081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NỘI DUNG</a:t>
            </a:r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1979D1-FFB3-BD91-FA64-6E5FC01DE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Donut 2">
            <a:extLst>
              <a:ext uri="{FF2B5EF4-FFF2-40B4-BE49-F238E27FC236}">
                <a16:creationId xmlns:a16="http://schemas.microsoft.com/office/drawing/2014/main" id="{D54907FB-DFAB-7623-C761-0B2B7BB61D0D}"/>
              </a:ext>
            </a:extLst>
          </p:cNvPr>
          <p:cNvSpPr/>
          <p:nvPr/>
        </p:nvSpPr>
        <p:spPr>
          <a:xfrm>
            <a:off x="120395" y="1403765"/>
            <a:ext cx="2233910" cy="2239376"/>
          </a:xfrm>
          <a:prstGeom prst="donut">
            <a:avLst>
              <a:gd name="adj" fmla="val 10687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>
              <a:solidFill>
                <a:schemeClr val="tx1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CECCFDC-9135-609C-8D51-A9D50B4132DD}"/>
              </a:ext>
            </a:extLst>
          </p:cNvPr>
          <p:cNvGrpSpPr/>
          <p:nvPr/>
        </p:nvGrpSpPr>
        <p:grpSpPr>
          <a:xfrm>
            <a:off x="2306289" y="857920"/>
            <a:ext cx="5842116" cy="399467"/>
            <a:chOff x="5199122" y="3495907"/>
            <a:chExt cx="7789486" cy="45154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DFD4E0-9FC7-9854-2C9E-750174446A9E}"/>
                </a:ext>
              </a:extLst>
            </p:cNvPr>
            <p:cNvSpPr/>
            <p:nvPr/>
          </p:nvSpPr>
          <p:spPr>
            <a:xfrm>
              <a:off x="5430963" y="3515548"/>
              <a:ext cx="6464270" cy="401259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A4049F4-BB92-517F-3E86-0BD1B63B5F33}"/>
                </a:ext>
              </a:extLst>
            </p:cNvPr>
            <p:cNvSpPr txBox="1"/>
            <p:nvPr/>
          </p:nvSpPr>
          <p:spPr>
            <a:xfrm>
              <a:off x="5660091" y="3542511"/>
              <a:ext cx="7328517" cy="34790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Kế hoạch Doanh thu &amp; Sản lượng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827C7B2-634E-AC1E-F650-F3805939B14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9122" y="3495907"/>
              <a:ext cx="451547" cy="45154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2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87EF04A-FF2A-AD70-2274-A3BC450B1551}"/>
              </a:ext>
            </a:extLst>
          </p:cNvPr>
          <p:cNvGrpSpPr/>
          <p:nvPr/>
        </p:nvGrpSpPr>
        <p:grpSpPr>
          <a:xfrm>
            <a:off x="2542800" y="1238305"/>
            <a:ext cx="5692432" cy="411959"/>
            <a:chOff x="4467398" y="5225690"/>
            <a:chExt cx="7589909" cy="46566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DB2B6F2-76DE-553D-06A7-1850C3F31A3E}"/>
                </a:ext>
              </a:extLst>
            </p:cNvPr>
            <p:cNvSpPr/>
            <p:nvPr/>
          </p:nvSpPr>
          <p:spPr>
            <a:xfrm>
              <a:off x="4666071" y="5250637"/>
              <a:ext cx="6464271" cy="434434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2EF5D01-995D-3FA3-55DF-FA968C88C329}"/>
                </a:ext>
              </a:extLst>
            </p:cNvPr>
            <p:cNvSpPr txBox="1"/>
            <p:nvPr/>
          </p:nvSpPr>
          <p:spPr>
            <a:xfrm>
              <a:off x="4933065" y="5273614"/>
              <a:ext cx="7124242" cy="34790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EBITDA &amp; Lợi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nhuận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sau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  <a:r>
                <a:rPr lang="en-US" b="1" dirty="0" err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thuế</a:t>
              </a:r>
              <a:r>
                <a:rPr lang="en-US" b="1" dirty="0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 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B8090BA-CA6B-507D-9A29-37886F08BD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67398" y="5225690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3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AF787D7-256C-3A2D-343A-B725EE1234DA}"/>
              </a:ext>
            </a:extLst>
          </p:cNvPr>
          <p:cNvSpPr txBox="1"/>
          <p:nvPr/>
        </p:nvSpPr>
        <p:spPr>
          <a:xfrm>
            <a:off x="422323" y="2632755"/>
            <a:ext cx="1653653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AGENDA</a:t>
            </a:r>
            <a:endParaRPr lang="vi-VN" sz="2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9CDF25E-2923-E4E6-7FF6-CE6DBC21583F}"/>
              </a:ext>
            </a:extLst>
          </p:cNvPr>
          <p:cNvGrpSpPr/>
          <p:nvPr/>
        </p:nvGrpSpPr>
        <p:grpSpPr>
          <a:xfrm>
            <a:off x="2683824" y="1666910"/>
            <a:ext cx="5864317" cy="411959"/>
            <a:chOff x="5162127" y="3488992"/>
            <a:chExt cx="7819089" cy="465667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75F1C82-DA24-B990-DDFB-564567DB9EEE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BC6DF5E-6848-9449-7451-16382E5C8B0F}"/>
                </a:ext>
              </a:extLst>
            </p:cNvPr>
            <p:cNvSpPr txBox="1"/>
            <p:nvPr/>
          </p:nvSpPr>
          <p:spPr>
            <a:xfrm>
              <a:off x="5652699" y="3515404"/>
              <a:ext cx="7328517" cy="34790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Biến phí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893421E-AF1A-829D-A052-96F2CB462D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62127" y="3488992"/>
              <a:ext cx="465667" cy="465667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4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D426B1D-6F82-18FA-D478-0AC477A44A3D}"/>
              </a:ext>
            </a:extLst>
          </p:cNvPr>
          <p:cNvGrpSpPr/>
          <p:nvPr/>
        </p:nvGrpSpPr>
        <p:grpSpPr>
          <a:xfrm>
            <a:off x="2826092" y="2082653"/>
            <a:ext cx="5848199" cy="410190"/>
            <a:chOff x="5183618" y="3495909"/>
            <a:chExt cx="7797598" cy="436834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953583F-4DBA-D134-AB9F-26A7FE41DD5F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285E834-E39C-0888-6CCF-82156C5E2F75}"/>
                </a:ext>
              </a:extLst>
            </p:cNvPr>
            <p:cNvSpPr txBox="1"/>
            <p:nvPr/>
          </p:nvSpPr>
          <p:spPr>
            <a:xfrm>
              <a:off x="5652699" y="3525471"/>
              <a:ext cx="7328517" cy="32776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Định phí theo bộ phận và khoản mục phí (OpEx)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12BAF273-06DB-E6A9-0E5F-5E8EBEAA688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5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0D07D6DE-6A01-3602-7494-5EDF659C7C59}"/>
              </a:ext>
            </a:extLst>
          </p:cNvPr>
          <p:cNvGrpSpPr/>
          <p:nvPr/>
        </p:nvGrpSpPr>
        <p:grpSpPr>
          <a:xfrm>
            <a:off x="2826092" y="2516787"/>
            <a:ext cx="5848199" cy="410190"/>
            <a:chOff x="5183618" y="3495909"/>
            <a:chExt cx="7797598" cy="436834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28C4D183-9FCD-DB8C-CAEE-EDEBDCB715BC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7A553109-FA3E-4C91-8822-6DB426948973}"/>
                </a:ext>
              </a:extLst>
            </p:cNvPr>
            <p:cNvSpPr txBox="1"/>
            <p:nvPr/>
          </p:nvSpPr>
          <p:spPr>
            <a:xfrm>
              <a:off x="5652699" y="3525472"/>
              <a:ext cx="7328517" cy="32776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Chi phí nhân sự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1F70248F-84E0-3321-7F32-1791EAE974B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6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2DE34952-B668-13CC-C893-25FC90C81DAC}"/>
              </a:ext>
            </a:extLst>
          </p:cNvPr>
          <p:cNvGrpSpPr/>
          <p:nvPr/>
        </p:nvGrpSpPr>
        <p:grpSpPr>
          <a:xfrm>
            <a:off x="2713194" y="2965811"/>
            <a:ext cx="5848199" cy="381606"/>
            <a:chOff x="5183618" y="3495909"/>
            <a:chExt cx="7797598" cy="436834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5C11B3F-7556-0404-0F83-56FFB899D0C0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DAC8217-6C7A-EA9D-63B5-B339A8B9931A}"/>
                </a:ext>
              </a:extLst>
            </p:cNvPr>
            <p:cNvSpPr txBox="1"/>
            <p:nvPr/>
          </p:nvSpPr>
          <p:spPr>
            <a:xfrm>
              <a:off x="5652699" y="3513195"/>
              <a:ext cx="7328517" cy="35232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Đầu tư (CapEx)</a:t>
              </a: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8916CE7-DA32-3AC7-5BEB-2A3CB75B703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7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0604B339-F4B7-2827-41BF-F12583256D40}"/>
              </a:ext>
            </a:extLst>
          </p:cNvPr>
          <p:cNvGrpSpPr/>
          <p:nvPr/>
        </p:nvGrpSpPr>
        <p:grpSpPr>
          <a:xfrm>
            <a:off x="2526574" y="3399221"/>
            <a:ext cx="5848199" cy="410190"/>
            <a:chOff x="5183618" y="3495909"/>
            <a:chExt cx="7797598" cy="436834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1DBCE84D-4A9C-0869-7DDB-62F0DD0EF8BE}"/>
                </a:ext>
              </a:extLst>
            </p:cNvPr>
            <p:cNvSpPr/>
            <p:nvPr/>
          </p:nvSpPr>
          <p:spPr>
            <a:xfrm>
              <a:off x="5447627" y="3498308"/>
              <a:ext cx="6464271" cy="434435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6DBE7A1-E765-145C-0D3A-6C7ABB6DB8DB}"/>
                </a:ext>
              </a:extLst>
            </p:cNvPr>
            <p:cNvSpPr txBox="1"/>
            <p:nvPr/>
          </p:nvSpPr>
          <p:spPr>
            <a:xfrm>
              <a:off x="5652699" y="3525472"/>
              <a:ext cx="7328517" cy="32776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Kết quả kinh doanh – Tình hình tài chính - Dòng tiền</a:t>
              </a: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259BEDA9-345B-0917-CB1D-F961A5BF5EF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83618" y="3495909"/>
              <a:ext cx="434435" cy="434434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8</a:t>
              </a: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0634F6AA-318C-49AB-E93D-20E8D9BEED64}"/>
              </a:ext>
            </a:extLst>
          </p:cNvPr>
          <p:cNvGrpSpPr/>
          <p:nvPr/>
        </p:nvGrpSpPr>
        <p:grpSpPr>
          <a:xfrm>
            <a:off x="2329082" y="3880814"/>
            <a:ext cx="5812244" cy="407936"/>
            <a:chOff x="5221116" y="3484685"/>
            <a:chExt cx="7749659" cy="43443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669A93AE-F48B-55D0-0777-D327B36BBACE}"/>
                </a:ext>
              </a:extLst>
            </p:cNvPr>
            <p:cNvSpPr/>
            <p:nvPr/>
          </p:nvSpPr>
          <p:spPr>
            <a:xfrm>
              <a:off x="5447627" y="3498308"/>
              <a:ext cx="6464270" cy="407320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C1FEACA-52DF-9A3C-8AEE-91D96D49CDBC}"/>
                </a:ext>
              </a:extLst>
            </p:cNvPr>
            <p:cNvSpPr txBox="1"/>
            <p:nvPr/>
          </p:nvSpPr>
          <p:spPr>
            <a:xfrm>
              <a:off x="5642257" y="3571395"/>
              <a:ext cx="7328518" cy="32776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Chỉ số tài chính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D282594A-E063-F8D5-08EF-333FD86312F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21116" y="3484685"/>
              <a:ext cx="468243" cy="434433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1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9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B95C625-822F-52E1-1DD8-D42B0CE4C183}"/>
              </a:ext>
            </a:extLst>
          </p:cNvPr>
          <p:cNvGrpSpPr/>
          <p:nvPr/>
        </p:nvGrpSpPr>
        <p:grpSpPr>
          <a:xfrm>
            <a:off x="2043293" y="4344299"/>
            <a:ext cx="5837357" cy="398089"/>
            <a:chOff x="5198073" y="3450054"/>
            <a:chExt cx="7783143" cy="423946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C65A7E0-DCA3-515B-A463-3311BAFBC00B}"/>
                </a:ext>
              </a:extLst>
            </p:cNvPr>
            <p:cNvSpPr/>
            <p:nvPr/>
          </p:nvSpPr>
          <p:spPr>
            <a:xfrm>
              <a:off x="5519056" y="3473016"/>
              <a:ext cx="6464271" cy="375691"/>
            </a:xfrm>
            <a:prstGeom prst="rect">
              <a:avLst/>
            </a:prstGeom>
            <a:gradFill>
              <a:gsLst>
                <a:gs pos="37000">
                  <a:schemeClr val="bg1">
                    <a:lumMod val="75000"/>
                    <a:alpha val="31000"/>
                  </a:schemeClr>
                </a:gs>
                <a:gs pos="5000">
                  <a:schemeClr val="bg1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119303"/>
                </a:solidFill>
              </a:endParaRP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FD7B0B0E-629A-1573-0416-17F15D7434FD}"/>
                </a:ext>
              </a:extLst>
            </p:cNvPr>
            <p:cNvSpPr txBox="1"/>
            <p:nvPr/>
          </p:nvSpPr>
          <p:spPr>
            <a:xfrm>
              <a:off x="5652698" y="3525472"/>
              <a:ext cx="7328518" cy="32776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b="1">
                  <a:ln w="0"/>
                  <a:solidFill>
                    <a:srgbClr val="119303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Các chỉ tiêu chính của ngân sách 2026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534469E1-5E6A-2F2D-0F10-E43A02DE771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198073" y="3450054"/>
              <a:ext cx="468243" cy="42394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53986" tIns="68562" rIns="53986" bIns="68562" numCol="1" anchor="ctr" anchorCtr="1" compatLnSpc="1">
              <a:prstTxWarp prst="textNoShape">
                <a:avLst/>
              </a:prstTxWarp>
            </a:bodyPr>
            <a:lstStyle/>
            <a:p>
              <a:r>
                <a:rPr lang="en-US" sz="1000">
                  <a:solidFill>
                    <a:srgbClr val="006736"/>
                  </a:solidFill>
                  <a:latin typeface="Arial" pitchFamily="34" charset="0"/>
                  <a:cs typeface="Arial" pitchFamily="34" charset="0"/>
                </a:rPr>
                <a:t>10</a:t>
              </a:r>
            </a:p>
          </p:txBody>
        </p:sp>
      </p:grpSp>
      <p:pic>
        <p:nvPicPr>
          <p:cNvPr id="84" name="Graphic 83" descr="Smiling face outline outline">
            <a:extLst>
              <a:ext uri="{FF2B5EF4-FFF2-40B4-BE49-F238E27FC236}">
                <a16:creationId xmlns:a16="http://schemas.microsoft.com/office/drawing/2014/main" id="{3FBFA431-C956-2901-EE52-28646BA462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5339" y="1409703"/>
            <a:ext cx="2130951" cy="2559038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14056433-F098-8A01-974E-E5E1FF573D82}"/>
              </a:ext>
            </a:extLst>
          </p:cNvPr>
          <p:cNvSpPr txBox="1"/>
          <p:nvPr/>
        </p:nvSpPr>
        <p:spPr>
          <a:xfrm>
            <a:off x="9252482" y="471321"/>
            <a:ext cx="60608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chemeClr val="bg1"/>
                </a:solidFill>
              </a:rPr>
              <a:t>Page 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440F316-BDEA-7537-6859-3A6EC863C4E4}"/>
              </a:ext>
            </a:extLst>
          </p:cNvPr>
          <p:cNvSpPr txBox="1"/>
          <p:nvPr/>
        </p:nvSpPr>
        <p:spPr>
          <a:xfrm>
            <a:off x="9252483" y="930663"/>
            <a:ext cx="7692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 dirty="0">
                <a:solidFill>
                  <a:schemeClr val="bg1"/>
                </a:solidFill>
              </a:rPr>
              <a:t>Page 4-5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75CA0D1-6002-5D60-F23F-8E51E8FA77FE}"/>
              </a:ext>
            </a:extLst>
          </p:cNvPr>
          <p:cNvSpPr txBox="1"/>
          <p:nvPr/>
        </p:nvSpPr>
        <p:spPr>
          <a:xfrm>
            <a:off x="9252483" y="1346461"/>
            <a:ext cx="7692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bg1"/>
                </a:solidFill>
              </a:rPr>
              <a:t>Page 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DA64092-8628-7717-3A81-18E2AFEAC20D}"/>
              </a:ext>
            </a:extLst>
          </p:cNvPr>
          <p:cNvSpPr txBox="1"/>
          <p:nvPr/>
        </p:nvSpPr>
        <p:spPr>
          <a:xfrm>
            <a:off x="9252483" y="1762259"/>
            <a:ext cx="7692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bg1"/>
                </a:solidFill>
              </a:rPr>
              <a:t>Page 7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36BB3B2-BF00-07B4-FA53-062B1E8561A4}"/>
              </a:ext>
            </a:extLst>
          </p:cNvPr>
          <p:cNvSpPr txBox="1"/>
          <p:nvPr/>
        </p:nvSpPr>
        <p:spPr>
          <a:xfrm>
            <a:off x="9252483" y="2178057"/>
            <a:ext cx="7692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bg1"/>
                </a:solidFill>
              </a:rPr>
              <a:t>Page 8-9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A1FA512-3AFB-0795-6B5E-A0E73A386FA7}"/>
              </a:ext>
            </a:extLst>
          </p:cNvPr>
          <p:cNvSpPr txBox="1"/>
          <p:nvPr/>
        </p:nvSpPr>
        <p:spPr>
          <a:xfrm>
            <a:off x="9252483" y="2593855"/>
            <a:ext cx="76922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bg1"/>
                </a:solidFill>
              </a:rPr>
              <a:t>Page 10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6DB7A28-D122-2190-3096-035DA57C9D88}"/>
              </a:ext>
            </a:extLst>
          </p:cNvPr>
          <p:cNvSpPr txBox="1"/>
          <p:nvPr/>
        </p:nvSpPr>
        <p:spPr>
          <a:xfrm>
            <a:off x="9252483" y="3009653"/>
            <a:ext cx="9372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bg1"/>
                </a:solidFill>
              </a:rPr>
              <a:t>Page 11-13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BA0D884-D123-27AC-7632-DB66FD7FC098}"/>
              </a:ext>
            </a:extLst>
          </p:cNvPr>
          <p:cNvSpPr txBox="1"/>
          <p:nvPr/>
        </p:nvSpPr>
        <p:spPr>
          <a:xfrm>
            <a:off x="9252483" y="3425451"/>
            <a:ext cx="8985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bg1"/>
                </a:solidFill>
              </a:rPr>
              <a:t>Page 14-17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857F661-99C1-F45D-B286-D4C6675FE025}"/>
              </a:ext>
            </a:extLst>
          </p:cNvPr>
          <p:cNvSpPr txBox="1"/>
          <p:nvPr/>
        </p:nvSpPr>
        <p:spPr>
          <a:xfrm>
            <a:off x="9252483" y="3841249"/>
            <a:ext cx="8985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bg1"/>
                </a:solidFill>
              </a:rPr>
              <a:t>Page 18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DA4B2875-B541-B052-3783-3AB60403BAA5}"/>
              </a:ext>
            </a:extLst>
          </p:cNvPr>
          <p:cNvSpPr txBox="1"/>
          <p:nvPr/>
        </p:nvSpPr>
        <p:spPr>
          <a:xfrm>
            <a:off x="9241884" y="4217021"/>
            <a:ext cx="89851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i="1">
                <a:solidFill>
                  <a:schemeClr val="bg1"/>
                </a:solidFill>
              </a:rPr>
              <a:t>Page 19</a:t>
            </a:r>
          </a:p>
        </p:txBody>
      </p:sp>
    </p:spTree>
    <p:extLst>
      <p:ext uri="{BB962C8B-B14F-4D97-AF65-F5344CB8AC3E}">
        <p14:creationId xmlns:p14="http://schemas.microsoft.com/office/powerpoint/2010/main" val="3818345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5E896-8772-3934-C602-9E9071914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861ECA3-5A89-C0C3-51C9-9D603C6DD9F5}"/>
              </a:ext>
            </a:extLst>
          </p:cNvPr>
          <p:cNvSpPr/>
          <p:nvPr/>
        </p:nvSpPr>
        <p:spPr>
          <a:xfrm>
            <a:off x="0" y="2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1 - GIẢ ĐỊNH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BF6A51E-EB3A-F8C8-0042-4F7B529E47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7286646"/>
              </p:ext>
            </p:extLst>
          </p:nvPr>
        </p:nvGraphicFramePr>
        <p:xfrm>
          <a:off x="329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ACA41-F81B-0759-5734-BC3409F00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F1E3BD-D38B-425C-AF55-E3D4ED120078}"/>
              </a:ext>
            </a:extLst>
          </p:cNvPr>
          <p:cNvSpPr txBox="1"/>
          <p:nvPr/>
        </p:nvSpPr>
        <p:spPr>
          <a:xfrm>
            <a:off x="596434" y="332747"/>
            <a:ext cx="8617001" cy="457358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>
              <a:defRPr/>
            </a:pP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 </a:t>
            </a:r>
            <a:r>
              <a:rPr lang="en-US" sz="1200" b="1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Hoạt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đầu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tư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lvl="0">
              <a:lnSpc>
                <a:spcPct val="150000"/>
              </a:lnSpc>
              <a:defRPr/>
            </a:pPr>
            <a:r>
              <a:rPr lang="en-US" sz="12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Hệ </a:t>
            </a:r>
            <a:r>
              <a:rPr lang="en-US" sz="1200" b="1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2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2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12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chai PET </a:t>
            </a:r>
            <a:r>
              <a:rPr lang="en-US" sz="1200" b="1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2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2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12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</a:p>
          <a:p>
            <a:pPr lvl="0">
              <a:lnSpc>
                <a:spcPct val="150000"/>
              </a:lnSpc>
              <a:defRPr/>
            </a:pP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1/2026 Đồng Lâm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thí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Hệ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chai PET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</a:p>
          <a:p>
            <a:pPr lvl="0">
              <a:lnSpc>
                <a:spcPct val="150000"/>
              </a:lnSpc>
              <a:defRPr/>
            </a:pP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chai PET B0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2.2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=&gt; 2.9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endParaRPr lang="en-US" sz="1200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defRPr/>
            </a:pPr>
            <a:r>
              <a:rPr lang="en-US" sz="12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  <a:r>
              <a:rPr lang="en-US" sz="1200" b="1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12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12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Quy </a:t>
            </a:r>
            <a:r>
              <a:rPr lang="en-US" sz="1200" b="1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12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SX </a:t>
            </a:r>
            <a:r>
              <a:rPr lang="en-US" sz="1200" b="1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băm</a:t>
            </a:r>
            <a:r>
              <a:rPr lang="en-US" sz="12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vảy</a:t>
            </a:r>
            <a:r>
              <a:rPr lang="en-US" sz="1200" b="1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PET</a:t>
            </a:r>
          </a:p>
          <a:p>
            <a:pPr marL="285750" indent="-285750">
              <a:lnSpc>
                <a:spcPct val="150000"/>
              </a:lnSpc>
              <a:buFontTx/>
              <a:buChar char="-"/>
              <a:defRPr/>
            </a:pP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Tháng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4/2026: Đồng Lâm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quy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SX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Băm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vảy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PET (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Nhóm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chai B1; B2.2; B6.2) – Công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1.8-2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tấn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endParaRPr lang="en-US" sz="1200" kern="100" dirty="0">
              <a:solidFill>
                <a:srgbClr val="0033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defRPr/>
            </a:pPr>
            <a:endParaRPr lang="en-US" sz="1200" b="1" kern="100" dirty="0">
              <a:solidFill>
                <a:srgbClr val="003399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0">
              <a:defRPr/>
            </a:pP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 </a:t>
            </a:r>
            <a:r>
              <a:rPr lang="en-US" sz="1200" b="1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Hoạt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động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sản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xuất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150000"/>
              </a:lnSpc>
              <a:defRPr/>
            </a:pP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2026, Đồng Lâm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Công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đoạn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nhãn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chai PET sang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Băm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vảy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chai PET. </a:t>
            </a:r>
          </a:p>
          <a:p>
            <a:pPr>
              <a:lnSpc>
                <a:spcPct val="150000"/>
              </a:lnSpc>
              <a:defRPr/>
            </a:pP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đó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móc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được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tư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nhằm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ưu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SXKD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lượng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NVL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DTR.</a:t>
            </a:r>
          </a:p>
          <a:p>
            <a:pPr algn="just">
              <a:spcBef>
                <a:spcPts val="601"/>
              </a:spcBef>
              <a:spcAft>
                <a:spcPts val="601"/>
              </a:spcAft>
              <a:buClr>
                <a:srgbClr val="0000FF"/>
              </a:buClr>
            </a:pP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 Nhân </a:t>
            </a:r>
            <a:r>
              <a:rPr lang="en-US" sz="1200" b="1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sự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định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biên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80 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người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tăng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105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% (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Năm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2025: 39 ĐB); 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mức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lương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tăng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6.9 % 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toàn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bộ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công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nhân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viên</a:t>
            </a:r>
            <a:endParaRPr lang="en-US" sz="1200" kern="100" dirty="0">
              <a:solidFill>
                <a:srgbClr val="003399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1"/>
              </a:spcBef>
              <a:spcAft>
                <a:spcPts val="601"/>
              </a:spcAft>
              <a:buClr>
                <a:srgbClr val="0000FF"/>
              </a:buClr>
            </a:pP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 </a:t>
            </a:r>
            <a:r>
              <a:rPr lang="en-US" sz="1200" b="1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Sản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lượng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mua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13.600 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tấn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năm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; Tăng 119% so 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với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năm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2025 </a:t>
            </a:r>
          </a:p>
          <a:p>
            <a:pPr algn="just">
              <a:spcBef>
                <a:spcPts val="601"/>
              </a:spcBef>
              <a:spcAft>
                <a:spcPts val="601"/>
              </a:spcAft>
              <a:buClr>
                <a:srgbClr val="0000FF"/>
              </a:buClr>
            </a:pP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5. </a:t>
            </a:r>
            <a:r>
              <a:rPr lang="en-US" sz="1200" b="1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Giá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mua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chai PET B0: TB 10.000 </a:t>
            </a:r>
            <a:r>
              <a:rPr lang="en-US" sz="1200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đồng</a:t>
            </a:r>
            <a:r>
              <a:rPr lang="en-US" sz="1200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/kg</a:t>
            </a:r>
          </a:p>
          <a:p>
            <a:pPr algn="just">
              <a:spcBef>
                <a:spcPts val="601"/>
              </a:spcBef>
              <a:spcAft>
                <a:spcPts val="601"/>
              </a:spcAft>
              <a:buClr>
                <a:srgbClr val="0000FF"/>
              </a:buClr>
            </a:pP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6. Hiệu </a:t>
            </a:r>
            <a:r>
              <a:rPr lang="en-US" sz="1200" b="1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suất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200" b="1" kern="100" dirty="0" err="1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máy</a:t>
            </a:r>
            <a:r>
              <a:rPr lang="en-US" sz="1200" b="1" kern="100" dirty="0">
                <a:solidFill>
                  <a:srgbClr val="003399"/>
                </a:solidFill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</a:p>
          <a:p>
            <a:pPr marL="285750" indent="-285750">
              <a:buFont typeface="Arial"/>
              <a:buChar char="-"/>
              <a:defRPr/>
            </a:pP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chai PET: TB 58 % (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 16/24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- Tăng 11% so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năm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</a:p>
          <a:p>
            <a:pPr marL="285750" indent="-285750">
              <a:buFont typeface="Arial"/>
              <a:buChar char="-"/>
              <a:defRPr/>
            </a:pP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băm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vảy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PET: TB 95% (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ca 21/24 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giờ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200" dirty="0" err="1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ngày</a:t>
            </a:r>
            <a:r>
              <a:rPr lang="en-US" sz="1200" dirty="0">
                <a:solidFill>
                  <a:srgbClr val="0033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                   </a:t>
            </a:r>
          </a:p>
          <a:p>
            <a:pPr algn="just">
              <a:lnSpc>
                <a:spcPct val="115000"/>
              </a:lnSpc>
              <a:spcBef>
                <a:spcPts val="601"/>
              </a:spcBef>
              <a:spcAft>
                <a:spcPts val="601"/>
              </a:spcAft>
              <a:buClr>
                <a:srgbClr val="0000FF"/>
              </a:buClr>
            </a:pPr>
            <a:endParaRPr lang="en-US" sz="1200" kern="100" dirty="0">
              <a:solidFill>
                <a:srgbClr val="003399"/>
              </a:solidFill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5839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AC3D4-451A-E9B5-5874-370A8960D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0F661DC-BBD2-44D0-D524-0BE2BCE32146}"/>
              </a:ext>
            </a:extLst>
          </p:cNvPr>
          <p:cNvSpPr/>
          <p:nvPr/>
        </p:nvSpPr>
        <p:spPr>
          <a:xfrm>
            <a:off x="0" y="2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1 - GIẢ ĐỊNH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AF234CA0-CA93-6D50-D09F-0A80C05B3B05}"/>
              </a:ext>
            </a:extLst>
          </p:cNvPr>
          <p:cNvGraphicFramePr/>
          <p:nvPr/>
        </p:nvGraphicFramePr>
        <p:xfrm>
          <a:off x="329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0E911-9D37-4F3C-043A-AB85807D2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7034E2-9156-1AF6-9FD7-B9CF5B4384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980" y="2557208"/>
            <a:ext cx="9084039" cy="229430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1E06CA-04BD-DAD1-4DC5-A5DA1E0AA07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980" y="358489"/>
            <a:ext cx="9084039" cy="219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0210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280B31E-4FD1-AAC2-6349-1C086490A557}"/>
              </a:ext>
            </a:extLst>
          </p:cNvPr>
          <p:cNvSpPr/>
          <p:nvPr/>
        </p:nvSpPr>
        <p:spPr>
          <a:xfrm>
            <a:off x="0" y="4556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2 - DOANH THU – SẢN LƯỢNG BÁN</a:t>
            </a:r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14ADC46-560E-5D5F-DB05-E3372A080B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AE4E597-E3BC-C3C5-F016-2C3997FB06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7606812"/>
              </p:ext>
            </p:extLst>
          </p:nvPr>
        </p:nvGraphicFramePr>
        <p:xfrm>
          <a:off x="1725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B1D9F9B-A578-D93E-4AEB-491F13684E45}"/>
              </a:ext>
            </a:extLst>
          </p:cNvPr>
          <p:cNvSpPr txBox="1"/>
          <p:nvPr/>
        </p:nvSpPr>
        <p:spPr>
          <a:xfrm>
            <a:off x="33666" y="398408"/>
            <a:ext cx="4655385" cy="215443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sz="400" dirty="0"/>
          </a:p>
          <a:p>
            <a:pPr algn="ctr"/>
            <a:endParaRPr lang="en-US" sz="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29B955-719B-A445-B366-10C924473FF8}"/>
              </a:ext>
            </a:extLst>
          </p:cNvPr>
          <p:cNvSpPr txBox="1"/>
          <p:nvPr/>
        </p:nvSpPr>
        <p:spPr>
          <a:xfrm>
            <a:off x="41979" y="2627781"/>
            <a:ext cx="4647072" cy="215443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sz="400" dirty="0"/>
          </a:p>
          <a:p>
            <a:pPr algn="ctr"/>
            <a:endParaRPr lang="en-US" sz="400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58CA61-2D52-3A58-0E90-C6868E3CDE4A}"/>
              </a:ext>
            </a:extLst>
          </p:cNvPr>
          <p:cNvSpPr txBox="1"/>
          <p:nvPr/>
        </p:nvSpPr>
        <p:spPr>
          <a:xfrm>
            <a:off x="4746281" y="401313"/>
            <a:ext cx="4334638" cy="215443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sz="400" dirty="0"/>
          </a:p>
          <a:p>
            <a:pPr algn="ctr"/>
            <a:endParaRPr lang="en-US" sz="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D97D88-54CF-FC8D-4524-D491C7D78B7D}"/>
              </a:ext>
            </a:extLst>
          </p:cNvPr>
          <p:cNvSpPr txBox="1"/>
          <p:nvPr/>
        </p:nvSpPr>
        <p:spPr>
          <a:xfrm>
            <a:off x="4751559" y="2631532"/>
            <a:ext cx="4324082" cy="215443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sz="400" dirty="0"/>
          </a:p>
          <a:p>
            <a:pPr algn="ctr"/>
            <a:endParaRPr lang="en-US" sz="400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4703FF-FCE1-3448-CB88-8956695460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421" y="394822"/>
            <a:ext cx="4665942" cy="215443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3EBCE1-71D3-D8E8-8160-9A59D5F47B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05" y="2617994"/>
            <a:ext cx="4664758" cy="217173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277CF9-42EA-1900-00D5-30A888E4EB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6281" y="401314"/>
            <a:ext cx="4339916" cy="215443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6382607-E45B-4E68-E65A-3F338AE44C0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54593" y="2617994"/>
            <a:ext cx="4332422" cy="2171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75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C6AA9-5CCB-5F1C-3317-A3FA9D252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DF713D9-86A0-2106-8DBA-ECE3563AD605}"/>
              </a:ext>
            </a:extLst>
          </p:cNvPr>
          <p:cNvSpPr/>
          <p:nvPr/>
        </p:nvSpPr>
        <p:spPr>
          <a:xfrm>
            <a:off x="0" y="4556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3 - DOANH </a:t>
            </a:r>
            <a:r>
              <a:rPr lang="en-US" b="1" dirty="0">
                <a:cs typeface="Times New Roman" panose="02020603050405020304" pitchFamily="18" charset="0"/>
              </a:rPr>
              <a:t>THU- EBITDA – LỢI NHUẬN SAU THUẾ 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B78E54-3D01-086C-468C-D23A3BE585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A6284EA7-1628-D463-0803-B34B42CC4919}"/>
              </a:ext>
            </a:extLst>
          </p:cNvPr>
          <p:cNvGraphicFramePr/>
          <p:nvPr/>
        </p:nvGraphicFramePr>
        <p:xfrm>
          <a:off x="1725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3684EE1-3A3F-03E1-E02B-5E98D7A89787}"/>
              </a:ext>
            </a:extLst>
          </p:cNvPr>
          <p:cNvSpPr txBox="1"/>
          <p:nvPr/>
        </p:nvSpPr>
        <p:spPr>
          <a:xfrm>
            <a:off x="33666" y="398408"/>
            <a:ext cx="4655385" cy="215443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sz="400" dirty="0"/>
          </a:p>
          <a:p>
            <a:pPr algn="ctr"/>
            <a:endParaRPr lang="en-US" sz="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A1AF86-76E9-B83F-2127-D7D56A2EA7E1}"/>
              </a:ext>
            </a:extLst>
          </p:cNvPr>
          <p:cNvSpPr txBox="1"/>
          <p:nvPr/>
        </p:nvSpPr>
        <p:spPr>
          <a:xfrm>
            <a:off x="41979" y="2627781"/>
            <a:ext cx="4647072" cy="215443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sz="400" dirty="0"/>
          </a:p>
          <a:p>
            <a:pPr algn="ctr"/>
            <a:endParaRPr lang="en-US" sz="400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85C272-1D44-3BB7-6F17-00E107E3CFCC}"/>
              </a:ext>
            </a:extLst>
          </p:cNvPr>
          <p:cNvSpPr txBox="1"/>
          <p:nvPr/>
        </p:nvSpPr>
        <p:spPr>
          <a:xfrm>
            <a:off x="4746281" y="401313"/>
            <a:ext cx="4334638" cy="215443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sz="400" dirty="0"/>
          </a:p>
          <a:p>
            <a:pPr algn="ctr"/>
            <a:endParaRPr lang="en-US" sz="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CC4602-4913-DF38-B90A-17BBA4E27670}"/>
              </a:ext>
            </a:extLst>
          </p:cNvPr>
          <p:cNvSpPr txBox="1"/>
          <p:nvPr/>
        </p:nvSpPr>
        <p:spPr>
          <a:xfrm>
            <a:off x="4751559" y="2631532"/>
            <a:ext cx="4324082" cy="215443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sz="400" dirty="0"/>
          </a:p>
          <a:p>
            <a:pPr algn="ctr"/>
            <a:endParaRPr lang="en-US" sz="400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1B2053-E5A4-E16C-6AE4-2BE923D714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04" y="393693"/>
            <a:ext cx="4655385" cy="21780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1AFCE72-F8E1-4F40-AC23-0F37C2EA29D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1559" y="2631531"/>
            <a:ext cx="4330740" cy="215068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4E8B760-4E25-1516-3503-114ECA5B1CE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05" y="2624030"/>
            <a:ext cx="4655384" cy="21581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DB8A4A0-3D71-62AC-A3E0-1E02D141D2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8244" y="393693"/>
            <a:ext cx="4344055" cy="2178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200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75917-1BAC-C353-B9F6-8C99020F3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7318AB6-55F4-5D53-0305-EE96F31B20EA}"/>
              </a:ext>
            </a:extLst>
          </p:cNvPr>
          <p:cNvSpPr/>
          <p:nvPr/>
        </p:nvSpPr>
        <p:spPr>
          <a:xfrm>
            <a:off x="0" y="4556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3 - DOANH </a:t>
            </a:r>
            <a:r>
              <a:rPr lang="en-US" b="1" dirty="0">
                <a:cs typeface="Times New Roman" panose="02020603050405020304" pitchFamily="18" charset="0"/>
              </a:rPr>
              <a:t>THU- EBITDA – LỢI NHUẬN SAU THUẾ 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0BFC38-7E34-DF89-ABEA-2882A23A4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686466D-7B48-313F-7B7C-3888CA01871E}"/>
              </a:ext>
            </a:extLst>
          </p:cNvPr>
          <p:cNvGraphicFramePr/>
          <p:nvPr/>
        </p:nvGraphicFramePr>
        <p:xfrm>
          <a:off x="1725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EBBC9A3F-7E3C-EB97-53E7-E2F7F351D31C}"/>
              </a:ext>
            </a:extLst>
          </p:cNvPr>
          <p:cNvSpPr txBox="1"/>
          <p:nvPr/>
        </p:nvSpPr>
        <p:spPr>
          <a:xfrm>
            <a:off x="24879" y="1581584"/>
            <a:ext cx="4655385" cy="215443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sz="400" dirty="0"/>
          </a:p>
          <a:p>
            <a:pPr algn="ctr"/>
            <a:endParaRPr lang="en-US" sz="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399C0B-AF87-9CC4-0549-E72C734676BB}"/>
              </a:ext>
            </a:extLst>
          </p:cNvPr>
          <p:cNvSpPr txBox="1"/>
          <p:nvPr/>
        </p:nvSpPr>
        <p:spPr>
          <a:xfrm>
            <a:off x="4746281" y="401313"/>
            <a:ext cx="4334638" cy="215443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sz="400" dirty="0"/>
          </a:p>
          <a:p>
            <a:pPr algn="ctr"/>
            <a:endParaRPr lang="en-US" sz="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E6346F-51B0-7F08-104C-09DD5E31C07E}"/>
              </a:ext>
            </a:extLst>
          </p:cNvPr>
          <p:cNvSpPr txBox="1"/>
          <p:nvPr/>
        </p:nvSpPr>
        <p:spPr>
          <a:xfrm>
            <a:off x="4751559" y="2631532"/>
            <a:ext cx="4324082" cy="2154436"/>
          </a:xfrm>
          <a:prstGeom prst="rect">
            <a:avLst/>
          </a:prstGeom>
          <a:noFill/>
          <a:ln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sz="400" dirty="0"/>
          </a:p>
          <a:p>
            <a:pPr algn="ctr"/>
            <a:endParaRPr lang="en-US" sz="400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04F03C-D701-53A3-686B-9E3AAFEF57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879" y="1581585"/>
            <a:ext cx="4655385" cy="2154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AC051C-7315-BF15-21E5-3D21D6983A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51559" y="401312"/>
            <a:ext cx="4341736" cy="217043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B92D78-C1DA-37A7-1C70-C72846E1728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6282" y="2619392"/>
            <a:ext cx="4341736" cy="2166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040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042F3-D92E-C439-AB71-C1BF97CA85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B79210-CA81-B4F7-2E41-22DCD4497779}"/>
              </a:ext>
            </a:extLst>
          </p:cNvPr>
          <p:cNvSpPr/>
          <p:nvPr/>
        </p:nvSpPr>
        <p:spPr>
          <a:xfrm>
            <a:off x="1" y="11483"/>
            <a:ext cx="9143999" cy="23764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4 - LÃI NGUYÊN LIỆU &amp; LÃI BIẾN PHÍ</a:t>
            </a:r>
            <a:endParaRPr lang="en-US"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4DF1C1E-0E10-B16E-7B7D-B6C1875E8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2003481"/>
              </p:ext>
            </p:extLst>
          </p:nvPr>
        </p:nvGraphicFramePr>
        <p:xfrm>
          <a:off x="10279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3FA9424-8F91-21FE-11E0-6702199C09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98" y="913253"/>
            <a:ext cx="4483102" cy="329814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19FAE3E-4881-5DCC-6492-78D89F9E78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0898" y="913253"/>
            <a:ext cx="4394204" cy="329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185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52A0B-4862-16AB-7E13-9B5BEA8B4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64D752-42E2-B6A5-0915-BD9C87995F8A}"/>
              </a:ext>
            </a:extLst>
          </p:cNvPr>
          <p:cNvSpPr/>
          <p:nvPr/>
        </p:nvSpPr>
        <p:spPr>
          <a:xfrm>
            <a:off x="1" y="13374"/>
            <a:ext cx="9143999" cy="33251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+mj-lt"/>
                <a:cs typeface="Times New Roman" panose="02020603050405020304" pitchFamily="18" charset="0"/>
              </a:rPr>
              <a:t>5 - ĐỊNH PHÍ HOẠT ĐỘNG (</a:t>
            </a:r>
            <a:r>
              <a:rPr lang="en-US" b="1" dirty="0" err="1">
                <a:latin typeface="+mj-lt"/>
                <a:cs typeface="Times New Roman" panose="02020603050405020304" pitchFamily="18" charset="0"/>
              </a:rPr>
              <a:t>OpEx</a:t>
            </a:r>
            <a:r>
              <a:rPr lang="en-US" b="1" dirty="0">
                <a:latin typeface="+mj-lt"/>
                <a:cs typeface="Times New Roman" panose="02020603050405020304" pitchFamily="18" charset="0"/>
              </a:rPr>
              <a:t>) THEO KHOẢN MỤC 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không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bao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gồm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chi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phí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+mj-lt"/>
                <a:cs typeface="Times New Roman" panose="02020603050405020304" pitchFamily="18" charset="0"/>
              </a:rPr>
              <a:t>lương</a:t>
            </a:r>
            <a:r>
              <a:rPr lang="en-US" dirty="0">
                <a:latin typeface="+mj-lt"/>
                <a:cs typeface="Times New Roman" panose="02020603050405020304" pitchFamily="18" charset="0"/>
              </a:rPr>
              <a:t>)	              </a:t>
            </a:r>
            <a:r>
              <a:rPr lang="en-US" sz="1000" dirty="0"/>
              <a:t>ĐVT: Triệu </a:t>
            </a:r>
            <a:r>
              <a:rPr lang="en-US" sz="1000" dirty="0" err="1"/>
              <a:t>đồng</a:t>
            </a:r>
            <a:endParaRPr lang="en-US" sz="100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B72FD-DD8D-8E36-91C9-33338E47A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0ADEB45-F358-F81B-578E-F67258A757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6575099"/>
              </p:ext>
            </p:extLst>
          </p:nvPr>
        </p:nvGraphicFramePr>
        <p:xfrm>
          <a:off x="3121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7AFF1E5-88C9-3120-BB1C-1A5B5497D2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6312516"/>
              </p:ext>
            </p:extLst>
          </p:nvPr>
        </p:nvGraphicFramePr>
        <p:xfrm>
          <a:off x="107632" y="345885"/>
          <a:ext cx="8928736" cy="4542579"/>
        </p:xfrm>
        <a:graphic>
          <a:graphicData uri="http://schemas.openxmlformats.org/drawingml/2006/table">
            <a:tbl>
              <a:tblPr/>
              <a:tblGrid>
                <a:gridCol w="641183">
                  <a:extLst>
                    <a:ext uri="{9D8B030D-6E8A-4147-A177-3AD203B41FA5}">
                      <a16:colId xmlns:a16="http://schemas.microsoft.com/office/drawing/2014/main" val="3904214447"/>
                    </a:ext>
                  </a:extLst>
                </a:gridCol>
                <a:gridCol w="2804434">
                  <a:extLst>
                    <a:ext uri="{9D8B030D-6E8A-4147-A177-3AD203B41FA5}">
                      <a16:colId xmlns:a16="http://schemas.microsoft.com/office/drawing/2014/main" val="1684013513"/>
                    </a:ext>
                  </a:extLst>
                </a:gridCol>
                <a:gridCol w="864071">
                  <a:extLst>
                    <a:ext uri="{9D8B030D-6E8A-4147-A177-3AD203B41FA5}">
                      <a16:colId xmlns:a16="http://schemas.microsoft.com/office/drawing/2014/main" val="2392543073"/>
                    </a:ext>
                  </a:extLst>
                </a:gridCol>
                <a:gridCol w="949412">
                  <a:extLst>
                    <a:ext uri="{9D8B030D-6E8A-4147-A177-3AD203B41FA5}">
                      <a16:colId xmlns:a16="http://schemas.microsoft.com/office/drawing/2014/main" val="3533110325"/>
                    </a:ext>
                  </a:extLst>
                </a:gridCol>
                <a:gridCol w="949412">
                  <a:extLst>
                    <a:ext uri="{9D8B030D-6E8A-4147-A177-3AD203B41FA5}">
                      <a16:colId xmlns:a16="http://schemas.microsoft.com/office/drawing/2014/main" val="141090106"/>
                    </a:ext>
                  </a:extLst>
                </a:gridCol>
                <a:gridCol w="938744">
                  <a:extLst>
                    <a:ext uri="{9D8B030D-6E8A-4147-A177-3AD203B41FA5}">
                      <a16:colId xmlns:a16="http://schemas.microsoft.com/office/drawing/2014/main" val="2504612959"/>
                    </a:ext>
                  </a:extLst>
                </a:gridCol>
                <a:gridCol w="938744">
                  <a:extLst>
                    <a:ext uri="{9D8B030D-6E8A-4147-A177-3AD203B41FA5}">
                      <a16:colId xmlns:a16="http://schemas.microsoft.com/office/drawing/2014/main" val="1485151104"/>
                    </a:ext>
                  </a:extLst>
                </a:gridCol>
                <a:gridCol w="842736">
                  <a:extLst>
                    <a:ext uri="{9D8B030D-6E8A-4147-A177-3AD203B41FA5}">
                      <a16:colId xmlns:a16="http://schemas.microsoft.com/office/drawing/2014/main" val="2813347293"/>
                    </a:ext>
                  </a:extLst>
                </a:gridCol>
              </a:tblGrid>
              <a:tr h="346691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STT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Tên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khoản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mục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phí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phí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Tăng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giảm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2026 </a:t>
                      </a:r>
                      <a:b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với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2378667"/>
                  </a:ext>
                </a:extLst>
              </a:tr>
              <a:tr h="17201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2023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 2024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 2025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 2026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Số tiền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305832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sửa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chữa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bảo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trì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221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584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515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2.976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2.461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478%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294817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khấu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hao TSCĐ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2.904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3.978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4.038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2.869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(1.170)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-29%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4125424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thuê văn phòng, Xưởng, kho, MMTB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1.733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1.733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0681525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Công cụ dụng cụ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293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176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137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551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414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303%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2682676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dịch vụ, tư vấn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193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269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174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448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274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158%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798117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khác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121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546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253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196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(57)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-22%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2223841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xăng dầu, nước, điện quản lý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12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11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15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119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105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717%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634402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in ấn, vật tư, VPP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25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25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31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66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35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110%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7731592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bảo hiểm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31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43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51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60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9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1990324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Đào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Tạo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51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51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989628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ủng hộ, hỗ trợ, tài trợ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107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13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19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45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26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132%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85934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thử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mẫu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thử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khuôn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5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10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11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44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33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292%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0907818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dịch vụ môi trường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15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12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31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19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158%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8798806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internet, điện thoại, bưu phẩm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16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14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15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19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4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189611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cầu đường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18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18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2179020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Công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Tác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54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13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2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14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13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700%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227883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quảng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cáo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4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4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0690168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công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chứng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,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sao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y,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thuế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khác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10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6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6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(6)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-100%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614751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tiếp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khách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15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6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(6)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-100%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477873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phí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ngân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hàng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1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5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8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(8)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-100%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448131"/>
                  </a:ext>
                </a:extLst>
              </a:tr>
              <a:tr h="1818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6" algn="l" fontAlgn="ctr">
                        <a:buNone/>
                      </a:pPr>
                      <a:r>
                        <a:rPr lang="it-I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bảo trì IT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10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11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(11)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-100%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438841"/>
                  </a:ext>
                </a:extLst>
              </a:tr>
              <a:tr h="20460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Tổng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cộng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4.022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5.718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5.309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9.245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3.935 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74%</a:t>
                      </a:r>
                    </a:p>
                  </a:txBody>
                  <a:tcPr marL="4270" marR="4270" marT="427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3312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722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A2300-91AE-3DBB-5B39-48578998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09BE0FB-1B44-5CA0-72E8-ED26C4AB63CF}"/>
              </a:ext>
            </a:extLst>
          </p:cNvPr>
          <p:cNvSpPr/>
          <p:nvPr/>
        </p:nvSpPr>
        <p:spPr>
          <a:xfrm>
            <a:off x="1" y="11483"/>
            <a:ext cx="9143999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6 - SỐ </a:t>
            </a:r>
            <a:r>
              <a:rPr lang="en-US" b="1" dirty="0">
                <a:latin typeface="+mj-lt"/>
                <a:cs typeface="Times New Roman" panose="02020603050405020304" pitchFamily="18" charset="0"/>
              </a:rPr>
              <a:t>LƯỢNG NHÂN SỰ - Headcount 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1DD7DA-AA8C-6558-4491-5A9DEAE18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9BBC5FB-DED5-CA93-ED52-6AC58FA3E7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64980161"/>
              </p:ext>
            </p:extLst>
          </p:nvPr>
        </p:nvGraphicFramePr>
        <p:xfrm>
          <a:off x="17260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1CC123CE-C789-BC86-B990-9271F986C351}"/>
              </a:ext>
            </a:extLst>
          </p:cNvPr>
          <p:cNvSpPr txBox="1"/>
          <p:nvPr/>
        </p:nvSpPr>
        <p:spPr>
          <a:xfrm>
            <a:off x="9219821" y="384771"/>
            <a:ext cx="106717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ĐVT: </a:t>
            </a:r>
            <a:r>
              <a:rPr lang="en-US" sz="1000" dirty="0" err="1"/>
              <a:t>Người</a:t>
            </a:r>
            <a:endParaRPr lang="en-US" sz="10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6A8F70-F31E-E9BF-6068-476428CAA2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7477144"/>
              </p:ext>
            </p:extLst>
          </p:nvPr>
        </p:nvGraphicFramePr>
        <p:xfrm>
          <a:off x="78802" y="339801"/>
          <a:ext cx="8990247" cy="4503696"/>
        </p:xfrm>
        <a:graphic>
          <a:graphicData uri="http://schemas.openxmlformats.org/drawingml/2006/table">
            <a:tbl>
              <a:tblPr/>
              <a:tblGrid>
                <a:gridCol w="525718">
                  <a:extLst>
                    <a:ext uri="{9D8B030D-6E8A-4147-A177-3AD203B41FA5}">
                      <a16:colId xmlns:a16="http://schemas.microsoft.com/office/drawing/2014/main" val="415765574"/>
                    </a:ext>
                  </a:extLst>
                </a:gridCol>
                <a:gridCol w="2943636">
                  <a:extLst>
                    <a:ext uri="{9D8B030D-6E8A-4147-A177-3AD203B41FA5}">
                      <a16:colId xmlns:a16="http://schemas.microsoft.com/office/drawing/2014/main" val="69409855"/>
                    </a:ext>
                  </a:extLst>
                </a:gridCol>
                <a:gridCol w="870025">
                  <a:extLst>
                    <a:ext uri="{9D8B030D-6E8A-4147-A177-3AD203B41FA5}">
                      <a16:colId xmlns:a16="http://schemas.microsoft.com/office/drawing/2014/main" val="430861969"/>
                    </a:ext>
                  </a:extLst>
                </a:gridCol>
                <a:gridCol w="955951">
                  <a:extLst>
                    <a:ext uri="{9D8B030D-6E8A-4147-A177-3AD203B41FA5}">
                      <a16:colId xmlns:a16="http://schemas.microsoft.com/office/drawing/2014/main" val="747705949"/>
                    </a:ext>
                  </a:extLst>
                </a:gridCol>
                <a:gridCol w="955951">
                  <a:extLst>
                    <a:ext uri="{9D8B030D-6E8A-4147-A177-3AD203B41FA5}">
                      <a16:colId xmlns:a16="http://schemas.microsoft.com/office/drawing/2014/main" val="3067146112"/>
                    </a:ext>
                  </a:extLst>
                </a:gridCol>
                <a:gridCol w="945212">
                  <a:extLst>
                    <a:ext uri="{9D8B030D-6E8A-4147-A177-3AD203B41FA5}">
                      <a16:colId xmlns:a16="http://schemas.microsoft.com/office/drawing/2014/main" val="2721933583"/>
                    </a:ext>
                  </a:extLst>
                </a:gridCol>
                <a:gridCol w="945212">
                  <a:extLst>
                    <a:ext uri="{9D8B030D-6E8A-4147-A177-3AD203B41FA5}">
                      <a16:colId xmlns:a16="http://schemas.microsoft.com/office/drawing/2014/main" val="355971554"/>
                    </a:ext>
                  </a:extLst>
                </a:gridCol>
                <a:gridCol w="848542">
                  <a:extLst>
                    <a:ext uri="{9D8B030D-6E8A-4147-A177-3AD203B41FA5}">
                      <a16:colId xmlns:a16="http://schemas.microsoft.com/office/drawing/2014/main" val="2949666175"/>
                    </a:ext>
                  </a:extLst>
                </a:gridCol>
              </a:tblGrid>
              <a:tr h="424492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STT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Tên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ban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vi-V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Số lượng nhân sự (headcount)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Tăng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giảm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2026 so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với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604183"/>
                  </a:ext>
                </a:extLst>
              </a:tr>
              <a:tr h="30191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2023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2024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2026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Số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nhân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sự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8031293"/>
                  </a:ext>
                </a:extLst>
              </a:tr>
              <a:tr h="2905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Ban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giám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đốc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683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3733"/>
                  </a:ext>
                </a:extLst>
              </a:tr>
              <a:tr h="2905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Hành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chánh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nhân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sự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683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50%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9357"/>
                  </a:ext>
                </a:extLst>
              </a:tr>
              <a:tr h="2905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Kế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toán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683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33%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21181"/>
                  </a:ext>
                </a:extLst>
              </a:tr>
              <a:tr h="2905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Mua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hàng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683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771102"/>
                  </a:ext>
                </a:extLst>
              </a:tr>
              <a:tr h="2905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5S &amp; an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toàn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683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524949"/>
                  </a:ext>
                </a:extLst>
              </a:tr>
              <a:tr h="2905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 Kiểm soát chất lượng</a:t>
                      </a:r>
                    </a:p>
                  </a:txBody>
                  <a:tcPr marL="79683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33%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235905"/>
                  </a:ext>
                </a:extLst>
              </a:tr>
              <a:tr h="2905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Kỹ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thuật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683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6472344"/>
                  </a:ext>
                </a:extLst>
              </a:tr>
              <a:tr h="2905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sản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xuất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683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44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83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39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89%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551512"/>
                  </a:ext>
                </a:extLst>
              </a:tr>
              <a:tr h="2905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Quản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lý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sản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xuất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159367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300%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237176"/>
                  </a:ext>
                </a:extLst>
              </a:tr>
              <a:tr h="2905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Công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nhân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TTSX -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Phân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loại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chai PET</a:t>
                      </a:r>
                    </a:p>
                  </a:txBody>
                  <a:tcPr marL="159367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43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68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58%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581925"/>
                  </a:ext>
                </a:extLst>
              </a:tr>
              <a:tr h="2905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Công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nhân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TTSX -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Băm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vảy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PET</a:t>
                      </a:r>
                    </a:p>
                  </a:txBody>
                  <a:tcPr marL="159367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676440"/>
                  </a:ext>
                </a:extLst>
              </a:tr>
              <a:tr h="29056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Kho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vận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683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33%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710785"/>
                  </a:ext>
                </a:extLst>
              </a:tr>
              <a:tr h="290561"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Tổng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cộng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34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65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</a:rPr>
                        <a:t>115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77%</a:t>
                      </a:r>
                    </a:p>
                  </a:txBody>
                  <a:tcPr marL="6640" marR="6640" marT="664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5862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178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1C773-8105-4712-D5B0-394B48D4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58B5DD1-3D2C-017E-32B4-8B4C8E651284}"/>
              </a:ext>
            </a:extLst>
          </p:cNvPr>
          <p:cNvSpPr/>
          <p:nvPr/>
        </p:nvSpPr>
        <p:spPr>
          <a:xfrm>
            <a:off x="1" y="11483"/>
            <a:ext cx="9143999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6 - CHI </a:t>
            </a:r>
            <a:r>
              <a:rPr lang="en-US" b="1" dirty="0">
                <a:latin typeface="+mj-lt"/>
                <a:cs typeface="Times New Roman" panose="02020603050405020304" pitchFamily="18" charset="0"/>
              </a:rPr>
              <a:t>PHÍ NHÂN SỰ  THEO PHÒNG BAN</a:t>
            </a:r>
            <a:endParaRPr lang="en-US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C1AD3C-38D4-CDC7-DA86-A4A1F6166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43A6133-B2FE-28AD-20E6-FA4E5C10E9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282236"/>
              </p:ext>
            </p:extLst>
          </p:nvPr>
        </p:nvGraphicFramePr>
        <p:xfrm>
          <a:off x="1725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87A3264-CD2C-3788-B2F0-89AABE3AC927}"/>
              </a:ext>
            </a:extLst>
          </p:cNvPr>
          <p:cNvSpPr txBox="1"/>
          <p:nvPr/>
        </p:nvSpPr>
        <p:spPr>
          <a:xfrm>
            <a:off x="7942214" y="287431"/>
            <a:ext cx="13142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ĐVT: Triệu </a:t>
            </a:r>
            <a:r>
              <a:rPr lang="en-US" sz="1000" dirty="0" err="1"/>
              <a:t>đồng</a:t>
            </a:r>
            <a:endParaRPr lang="en-US" sz="1000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2C91DFB-2B50-9287-FC80-91B583D69D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051834"/>
              </p:ext>
            </p:extLst>
          </p:nvPr>
        </p:nvGraphicFramePr>
        <p:xfrm>
          <a:off x="73129" y="533651"/>
          <a:ext cx="8997742" cy="4322412"/>
        </p:xfrm>
        <a:graphic>
          <a:graphicData uri="http://schemas.openxmlformats.org/drawingml/2006/table">
            <a:tbl>
              <a:tblPr/>
              <a:tblGrid>
                <a:gridCol w="470760">
                  <a:extLst>
                    <a:ext uri="{9D8B030D-6E8A-4147-A177-3AD203B41FA5}">
                      <a16:colId xmlns:a16="http://schemas.microsoft.com/office/drawing/2014/main" val="378788669"/>
                    </a:ext>
                  </a:extLst>
                </a:gridCol>
                <a:gridCol w="2101572">
                  <a:extLst>
                    <a:ext uri="{9D8B030D-6E8A-4147-A177-3AD203B41FA5}">
                      <a16:colId xmlns:a16="http://schemas.microsoft.com/office/drawing/2014/main" val="1392419790"/>
                    </a:ext>
                  </a:extLst>
                </a:gridCol>
                <a:gridCol w="924410">
                  <a:extLst>
                    <a:ext uri="{9D8B030D-6E8A-4147-A177-3AD203B41FA5}">
                      <a16:colId xmlns:a16="http://schemas.microsoft.com/office/drawing/2014/main" val="3064257989"/>
                    </a:ext>
                  </a:extLst>
                </a:gridCol>
                <a:gridCol w="1000182">
                  <a:extLst>
                    <a:ext uri="{9D8B030D-6E8A-4147-A177-3AD203B41FA5}">
                      <a16:colId xmlns:a16="http://schemas.microsoft.com/office/drawing/2014/main" val="1278420178"/>
                    </a:ext>
                  </a:extLst>
                </a:gridCol>
                <a:gridCol w="969873">
                  <a:extLst>
                    <a:ext uri="{9D8B030D-6E8A-4147-A177-3AD203B41FA5}">
                      <a16:colId xmlns:a16="http://schemas.microsoft.com/office/drawing/2014/main" val="4230005008"/>
                    </a:ext>
                  </a:extLst>
                </a:gridCol>
                <a:gridCol w="939565">
                  <a:extLst>
                    <a:ext uri="{9D8B030D-6E8A-4147-A177-3AD203B41FA5}">
                      <a16:colId xmlns:a16="http://schemas.microsoft.com/office/drawing/2014/main" val="999279791"/>
                    </a:ext>
                  </a:extLst>
                </a:gridCol>
                <a:gridCol w="741113">
                  <a:extLst>
                    <a:ext uri="{9D8B030D-6E8A-4147-A177-3AD203B41FA5}">
                      <a16:colId xmlns:a16="http://schemas.microsoft.com/office/drawing/2014/main" val="1404159301"/>
                    </a:ext>
                  </a:extLst>
                </a:gridCol>
                <a:gridCol w="741985">
                  <a:extLst>
                    <a:ext uri="{9D8B030D-6E8A-4147-A177-3AD203B41FA5}">
                      <a16:colId xmlns:a16="http://schemas.microsoft.com/office/drawing/2014/main" val="2181063936"/>
                    </a:ext>
                  </a:extLst>
                </a:gridCol>
                <a:gridCol w="554141">
                  <a:extLst>
                    <a:ext uri="{9D8B030D-6E8A-4147-A177-3AD203B41FA5}">
                      <a16:colId xmlns:a16="http://schemas.microsoft.com/office/drawing/2014/main" val="378448488"/>
                    </a:ext>
                  </a:extLst>
                </a:gridCol>
                <a:gridCol w="554141">
                  <a:extLst>
                    <a:ext uri="{9D8B030D-6E8A-4147-A177-3AD203B41FA5}">
                      <a16:colId xmlns:a16="http://schemas.microsoft.com/office/drawing/2014/main" val="2463701728"/>
                    </a:ext>
                  </a:extLst>
                </a:gridCol>
              </a:tblGrid>
              <a:tr h="402119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STT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Tên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ban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Tăng giảm năm 2026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 với năm 2025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Tỷ trọng (%)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854366"/>
                  </a:ext>
                </a:extLst>
              </a:tr>
              <a:tr h="32166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2023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2024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2026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Số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tiền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2026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4657381"/>
                  </a:ext>
                </a:extLst>
              </a:tr>
              <a:tr h="3271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Ban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giám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đốc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87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106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463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1.000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537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116%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7,7%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7,0%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293276"/>
                  </a:ext>
                </a:extLst>
              </a:tr>
              <a:tr h="3271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Sản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xuất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2.411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2.080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3.102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8.933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5.831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188%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51,8%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62,5%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442198"/>
                  </a:ext>
                </a:extLst>
              </a:tr>
              <a:tr h="3271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Kỹ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thuật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60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175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409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1.107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699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171%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6,8%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7,8%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6049001"/>
                  </a:ext>
                </a:extLst>
              </a:tr>
              <a:tr h="3271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Kho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vận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505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624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807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1.294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487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13,5%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9,1%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8078772"/>
                  </a:ext>
                </a:extLst>
              </a:tr>
              <a:tr h="3271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Kế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toán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322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281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724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909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185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12,1%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6,4%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562835"/>
                  </a:ext>
                </a:extLst>
              </a:tr>
              <a:tr h="3271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vi-V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 Kiểm soát chất lượng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83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186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225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383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158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3,8%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2,7%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8371604"/>
                  </a:ext>
                </a:extLst>
              </a:tr>
              <a:tr h="3271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Hành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chánh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nhân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sự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49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141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259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366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108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42%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4,3%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2,6%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766476"/>
                  </a:ext>
                </a:extLst>
              </a:tr>
              <a:tr h="3271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Mua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hàng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146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146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0,0%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1,0%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865623"/>
                  </a:ext>
                </a:extLst>
              </a:tr>
              <a:tr h="3271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Phòng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5S &amp; an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toàn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146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146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0,0%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1,0%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2669617"/>
                  </a:ext>
                </a:extLst>
              </a:tr>
              <a:tr h="3271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Tổng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cộng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3.517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3.594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5.987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14.284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8.296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139%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6927257"/>
                  </a:ext>
                </a:extLst>
              </a:tr>
              <a:tr h="32714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Chi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phí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nhân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sự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/ Doanh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thu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7,9%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6,1%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6,2%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8,0%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581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6753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7CA00-A352-9AA2-3E86-E273BF068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412CDA4-EEE1-40D3-B290-43E346932E14}"/>
              </a:ext>
            </a:extLst>
          </p:cNvPr>
          <p:cNvSpPr/>
          <p:nvPr/>
        </p:nvSpPr>
        <p:spPr>
          <a:xfrm>
            <a:off x="1" y="11483"/>
            <a:ext cx="9143999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6 - CHI PHÍ NHÂN SỰ  THEO LOẠI CHI PHÍ 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31B42B-1133-E563-A688-BA49F71ED1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54BEFF1-1EF1-BFFC-FA31-C4249BF5F8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7542220"/>
              </p:ext>
            </p:extLst>
          </p:nvPr>
        </p:nvGraphicFramePr>
        <p:xfrm>
          <a:off x="3296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42D5F56-61E5-E642-D4EE-1DE82D9B0ED0}"/>
              </a:ext>
            </a:extLst>
          </p:cNvPr>
          <p:cNvSpPr txBox="1"/>
          <p:nvPr/>
        </p:nvSpPr>
        <p:spPr>
          <a:xfrm>
            <a:off x="7895376" y="333014"/>
            <a:ext cx="111511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ĐVT: Triệu </a:t>
            </a:r>
            <a:r>
              <a:rPr lang="en-US" sz="1000" dirty="0" err="1"/>
              <a:t>đồng</a:t>
            </a:r>
            <a:endParaRPr lang="en-US" sz="10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F2C69EB-578E-AA77-61D5-8E3C3F16E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4949674"/>
              </p:ext>
            </p:extLst>
          </p:nvPr>
        </p:nvGraphicFramePr>
        <p:xfrm>
          <a:off x="59961" y="579235"/>
          <a:ext cx="9031571" cy="4154515"/>
        </p:xfrm>
        <a:graphic>
          <a:graphicData uri="http://schemas.openxmlformats.org/drawingml/2006/table">
            <a:tbl>
              <a:tblPr/>
              <a:tblGrid>
                <a:gridCol w="427219">
                  <a:extLst>
                    <a:ext uri="{9D8B030D-6E8A-4147-A177-3AD203B41FA5}">
                      <a16:colId xmlns:a16="http://schemas.microsoft.com/office/drawing/2014/main" val="2485363570"/>
                    </a:ext>
                  </a:extLst>
                </a:gridCol>
                <a:gridCol w="2450892">
                  <a:extLst>
                    <a:ext uri="{9D8B030D-6E8A-4147-A177-3AD203B41FA5}">
                      <a16:colId xmlns:a16="http://schemas.microsoft.com/office/drawing/2014/main" val="3863689462"/>
                    </a:ext>
                  </a:extLst>
                </a:gridCol>
                <a:gridCol w="899410">
                  <a:extLst>
                    <a:ext uri="{9D8B030D-6E8A-4147-A177-3AD203B41FA5}">
                      <a16:colId xmlns:a16="http://schemas.microsoft.com/office/drawing/2014/main" val="3859947452"/>
                    </a:ext>
                  </a:extLst>
                </a:gridCol>
                <a:gridCol w="870249">
                  <a:extLst>
                    <a:ext uri="{9D8B030D-6E8A-4147-A177-3AD203B41FA5}">
                      <a16:colId xmlns:a16="http://schemas.microsoft.com/office/drawing/2014/main" val="605605393"/>
                    </a:ext>
                  </a:extLst>
                </a:gridCol>
                <a:gridCol w="848477">
                  <a:extLst>
                    <a:ext uri="{9D8B030D-6E8A-4147-A177-3AD203B41FA5}">
                      <a16:colId xmlns:a16="http://schemas.microsoft.com/office/drawing/2014/main" val="2839360066"/>
                    </a:ext>
                  </a:extLst>
                </a:gridCol>
                <a:gridCol w="848477">
                  <a:extLst>
                    <a:ext uri="{9D8B030D-6E8A-4147-A177-3AD203B41FA5}">
                      <a16:colId xmlns:a16="http://schemas.microsoft.com/office/drawing/2014/main" val="2883227853"/>
                    </a:ext>
                  </a:extLst>
                </a:gridCol>
                <a:gridCol w="829624">
                  <a:extLst>
                    <a:ext uri="{9D8B030D-6E8A-4147-A177-3AD203B41FA5}">
                      <a16:colId xmlns:a16="http://schemas.microsoft.com/office/drawing/2014/main" val="1281063429"/>
                    </a:ext>
                  </a:extLst>
                </a:gridCol>
                <a:gridCol w="744775">
                  <a:extLst>
                    <a:ext uri="{9D8B030D-6E8A-4147-A177-3AD203B41FA5}">
                      <a16:colId xmlns:a16="http://schemas.microsoft.com/office/drawing/2014/main" val="2985465411"/>
                    </a:ext>
                  </a:extLst>
                </a:gridCol>
                <a:gridCol w="556224">
                  <a:extLst>
                    <a:ext uri="{9D8B030D-6E8A-4147-A177-3AD203B41FA5}">
                      <a16:colId xmlns:a16="http://schemas.microsoft.com/office/drawing/2014/main" val="3640206751"/>
                    </a:ext>
                  </a:extLst>
                </a:gridCol>
                <a:gridCol w="556224">
                  <a:extLst>
                    <a:ext uri="{9D8B030D-6E8A-4147-A177-3AD203B41FA5}">
                      <a16:colId xmlns:a16="http://schemas.microsoft.com/office/drawing/2014/main" val="2935560619"/>
                    </a:ext>
                  </a:extLst>
                </a:gridCol>
              </a:tblGrid>
              <a:tr h="384764"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STT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Tên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loại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chi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phí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nhân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sự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phí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Tăng giảm năm 2026 </a:t>
                      </a:r>
                      <a:b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so với năm 2025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Tỷ trọng (%)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353447"/>
                  </a:ext>
                </a:extLst>
              </a:tr>
              <a:tr h="3455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2023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 2024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2026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Số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tiền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2026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264810"/>
                  </a:ext>
                </a:extLst>
              </a:tr>
              <a:tr h="3847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Lương chính – nhóm trực tiếp sản xuất</a:t>
                      </a:r>
                    </a:p>
                  </a:txBody>
                  <a:tcPr marL="68402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2.073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1.889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2.760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5.327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2.567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93%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46%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37%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065290"/>
                  </a:ext>
                </a:extLst>
              </a:tr>
              <a:tr h="3847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Lương ngoài giờ - nhóm trực tiếp sản xuất</a:t>
                      </a:r>
                    </a:p>
                  </a:txBody>
                  <a:tcPr marL="68402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385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385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1255277"/>
                  </a:ext>
                </a:extLst>
              </a:tr>
              <a:tr h="3847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Lương chính – nhóm gián tiếp sản xuất</a:t>
                      </a:r>
                    </a:p>
                  </a:txBody>
                  <a:tcPr marL="68402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329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409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926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2.189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1.263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136%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15%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15%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622205"/>
                  </a:ext>
                </a:extLst>
              </a:tr>
              <a:tr h="3847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Lương chính – nhóm quản lý</a:t>
                      </a:r>
                    </a:p>
                  </a:txBody>
                  <a:tcPr marL="68402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424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370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905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1.723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818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90%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15%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12%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654231"/>
                  </a:ext>
                </a:extLst>
              </a:tr>
              <a:tr h="34610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Lương chính – nhóm bán hàng</a:t>
                      </a:r>
                    </a:p>
                  </a:txBody>
                  <a:tcPr marL="68402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 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9991681"/>
                  </a:ext>
                </a:extLst>
              </a:tr>
              <a:tr h="3847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BHXH, BHYT, KPCĐ,BHTN</a:t>
                      </a:r>
                    </a:p>
                  </a:txBody>
                  <a:tcPr marL="68402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417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418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541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1.616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1.076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199%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9%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11%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236015"/>
                  </a:ext>
                </a:extLst>
              </a:tr>
              <a:tr h="3847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khen thưởng (lương T13, danh hiệu)</a:t>
                      </a:r>
                    </a:p>
                  </a:txBody>
                  <a:tcPr marL="68402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268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262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584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2.360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1.776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304%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10%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17%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7330422"/>
                  </a:ext>
                </a:extLst>
              </a:tr>
              <a:tr h="38476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khác</a:t>
                      </a:r>
                    </a:p>
                  </a:txBody>
                  <a:tcPr marL="68402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6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253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272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683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411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151%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5%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920363"/>
                  </a:ext>
                </a:extLst>
              </a:tr>
              <a:tr h="3847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Tổng cộng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3.517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3.600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5.987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14.284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8.296 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139%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700" marR="5700" marT="5700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675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7814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A411AB-0A40-E8E8-F509-5BC223600AF9}"/>
              </a:ext>
            </a:extLst>
          </p:cNvPr>
          <p:cNvSpPr/>
          <p:nvPr/>
        </p:nvSpPr>
        <p:spPr>
          <a:xfrm>
            <a:off x="0" y="-6927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7 - ĐẦU TƯ TÀI SẢN CỐ ĐỊNH (CAPEX) 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D14C09-9E9D-F8A6-0190-0EF7466D20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13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44BB95D-455C-63EC-1A51-E10D2D6564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3678145"/>
              </p:ext>
            </p:extLst>
          </p:nvPr>
        </p:nvGraphicFramePr>
        <p:xfrm>
          <a:off x="-3682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17377B7-F54D-FFD0-4A4B-95C8468C1D6B}"/>
              </a:ext>
            </a:extLst>
          </p:cNvPr>
          <p:cNvSpPr txBox="1"/>
          <p:nvPr/>
        </p:nvSpPr>
        <p:spPr>
          <a:xfrm>
            <a:off x="7829789" y="467870"/>
            <a:ext cx="13142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ĐVT: Triệu </a:t>
            </a:r>
            <a:r>
              <a:rPr lang="en-US" sz="1000" dirty="0" err="1"/>
              <a:t>đồng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5F91AE-E03A-C9DC-995A-8D40CE40526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16" y="747378"/>
            <a:ext cx="8922774" cy="377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3027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27399-8435-9882-CC77-D0C534E5A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C71CAD5-E031-7B19-5772-5A4D2FB5A53A}"/>
              </a:ext>
            </a:extLst>
          </p:cNvPr>
          <p:cNvSpPr/>
          <p:nvPr/>
        </p:nvSpPr>
        <p:spPr>
          <a:xfrm>
            <a:off x="0" y="2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7 - CHI TIẾT ĐẦU TƯ (CAPEX) 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341F8-B457-274B-8755-69FAD29B4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14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F004F1BB-B5F5-32F2-9C2C-F884638DD5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2681777"/>
              </p:ext>
            </p:extLst>
          </p:nvPr>
        </p:nvGraphicFramePr>
        <p:xfrm>
          <a:off x="17260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C53C8B1F-D074-B559-329C-11FBEBBC2D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" y="567103"/>
            <a:ext cx="8945880" cy="426808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8EAF02-DFF2-198C-6EBF-B275362108DD}"/>
              </a:ext>
            </a:extLst>
          </p:cNvPr>
          <p:cNvSpPr txBox="1"/>
          <p:nvPr/>
        </p:nvSpPr>
        <p:spPr>
          <a:xfrm>
            <a:off x="7829789" y="313074"/>
            <a:ext cx="13142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ĐVT: Triệu </a:t>
            </a:r>
            <a:r>
              <a:rPr lang="en-US" sz="1000" dirty="0" err="1"/>
              <a:t>đồng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291086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55B6A-7FCC-B7FB-CC58-C06F13189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1612165-C9C4-DDFE-46B3-520F24AAF28D}"/>
              </a:ext>
            </a:extLst>
          </p:cNvPr>
          <p:cNvSpPr/>
          <p:nvPr/>
        </p:nvSpPr>
        <p:spPr>
          <a:xfrm>
            <a:off x="0" y="2"/>
            <a:ext cx="9144000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7 - CHI TIẾT ĐẦU TƯ (CAPEX) 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B5196F-4D2E-0A48-EE06-71A35CC590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15</a:t>
            </a:fld>
            <a:endParaRPr lang="en-US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D8D27BD-0A33-8902-E748-6AE0AD4861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7791455"/>
              </p:ext>
            </p:extLst>
          </p:nvPr>
        </p:nvGraphicFramePr>
        <p:xfrm>
          <a:off x="10279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5F7D9E00-22C1-7C81-3340-3049CF5A5B7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08" y="714091"/>
            <a:ext cx="8960383" cy="36581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20BE150-6D24-0BD8-0F56-2624999C9890}"/>
              </a:ext>
            </a:extLst>
          </p:cNvPr>
          <p:cNvSpPr txBox="1"/>
          <p:nvPr/>
        </p:nvSpPr>
        <p:spPr>
          <a:xfrm>
            <a:off x="7829787" y="394701"/>
            <a:ext cx="13142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ĐVT: Triệu </a:t>
            </a:r>
            <a:r>
              <a:rPr lang="en-US" sz="1000" dirty="0" err="1"/>
              <a:t>đồng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5013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85F89FB-F1AE-E2B7-F2DB-F462ED4F9681}"/>
              </a:ext>
            </a:extLst>
          </p:cNvPr>
          <p:cNvSpPr/>
          <p:nvPr/>
        </p:nvSpPr>
        <p:spPr>
          <a:xfrm>
            <a:off x="1" y="2"/>
            <a:ext cx="9143999" cy="321531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latin typeface="+mj-lt"/>
                <a:cs typeface="Times New Roman" panose="02020603050405020304" pitchFamily="18" charset="0"/>
              </a:rPr>
              <a:t>8 - KẾT QUẢ KINH DOANH</a:t>
            </a:r>
            <a:endParaRPr lang="en-US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E8CE447-EEA6-ABD6-499E-E13E79A3E4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3C93D1C-4DBD-78AF-891E-D76BAF1AD0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8082100"/>
              </p:ext>
            </p:extLst>
          </p:nvPr>
        </p:nvGraphicFramePr>
        <p:xfrm>
          <a:off x="1725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C69EB6-140F-F654-ABB5-1EA7DBFD9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695582"/>
              </p:ext>
            </p:extLst>
          </p:nvPr>
        </p:nvGraphicFramePr>
        <p:xfrm>
          <a:off x="68497" y="359008"/>
          <a:ext cx="9008046" cy="4505298"/>
        </p:xfrm>
        <a:graphic>
          <a:graphicData uri="http://schemas.openxmlformats.org/drawingml/2006/table">
            <a:tbl>
              <a:tblPr/>
              <a:tblGrid>
                <a:gridCol w="1934965">
                  <a:extLst>
                    <a:ext uri="{9D8B030D-6E8A-4147-A177-3AD203B41FA5}">
                      <a16:colId xmlns:a16="http://schemas.microsoft.com/office/drawing/2014/main" val="3537178916"/>
                    </a:ext>
                  </a:extLst>
                </a:gridCol>
                <a:gridCol w="692927">
                  <a:extLst>
                    <a:ext uri="{9D8B030D-6E8A-4147-A177-3AD203B41FA5}">
                      <a16:colId xmlns:a16="http://schemas.microsoft.com/office/drawing/2014/main" val="4127395585"/>
                    </a:ext>
                  </a:extLst>
                </a:gridCol>
                <a:gridCol w="1111297">
                  <a:extLst>
                    <a:ext uri="{9D8B030D-6E8A-4147-A177-3AD203B41FA5}">
                      <a16:colId xmlns:a16="http://schemas.microsoft.com/office/drawing/2014/main" val="266788443"/>
                    </a:ext>
                  </a:extLst>
                </a:gridCol>
                <a:gridCol w="1111297">
                  <a:extLst>
                    <a:ext uri="{9D8B030D-6E8A-4147-A177-3AD203B41FA5}">
                      <a16:colId xmlns:a16="http://schemas.microsoft.com/office/drawing/2014/main" val="3861406765"/>
                    </a:ext>
                  </a:extLst>
                </a:gridCol>
                <a:gridCol w="1111297">
                  <a:extLst>
                    <a:ext uri="{9D8B030D-6E8A-4147-A177-3AD203B41FA5}">
                      <a16:colId xmlns:a16="http://schemas.microsoft.com/office/drawing/2014/main" val="1711667878"/>
                    </a:ext>
                  </a:extLst>
                </a:gridCol>
                <a:gridCol w="1202816">
                  <a:extLst>
                    <a:ext uri="{9D8B030D-6E8A-4147-A177-3AD203B41FA5}">
                      <a16:colId xmlns:a16="http://schemas.microsoft.com/office/drawing/2014/main" val="3392542854"/>
                    </a:ext>
                  </a:extLst>
                </a:gridCol>
                <a:gridCol w="1202816">
                  <a:extLst>
                    <a:ext uri="{9D8B030D-6E8A-4147-A177-3AD203B41FA5}">
                      <a16:colId xmlns:a16="http://schemas.microsoft.com/office/drawing/2014/main" val="2311079642"/>
                    </a:ext>
                  </a:extLst>
                </a:gridCol>
                <a:gridCol w="640631">
                  <a:extLst>
                    <a:ext uri="{9D8B030D-6E8A-4147-A177-3AD203B41FA5}">
                      <a16:colId xmlns:a16="http://schemas.microsoft.com/office/drawing/2014/main" val="1809085279"/>
                    </a:ext>
                  </a:extLst>
                </a:gridCol>
              </a:tblGrid>
              <a:tr h="20131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Chỉ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tiêu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Đvt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2023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2024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2025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Năm</a:t>
                      </a: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2026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Tăng/</a:t>
                      </a:r>
                      <a:r>
                        <a:rPr lang="en-US" sz="9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giảm</a:t>
                      </a:r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7369757"/>
                  </a:ext>
                </a:extLst>
              </a:tr>
              <a:tr h="201315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Sản lượng bán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Tấn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3.126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4.267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5.702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11.305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5.603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98%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8138979"/>
                  </a:ext>
                </a:extLst>
              </a:tr>
              <a:tr h="20825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Doanh thu thuần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44.482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63.950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96.185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177.489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81.304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85%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034073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vận chuyển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1.365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1.041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2.125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3.800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1.674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79%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140273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Biến phí hàng bán 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42.104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59.323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83.098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156.182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73.084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88%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0715869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Lãi biến phí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1.013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3.587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10.961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17.507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6.545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4302801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Lãi biến phí / Doanh thu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2,3%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5,6%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11,4%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9,9%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8,1%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2760462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sản xuất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3.325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5.135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5.762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11.808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6.045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105%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48889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Chi phí SX / Doanh thu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7,5%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8,0%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6,0%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6,7%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7,4%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6379409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bán hàng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-  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-  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-  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   -  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   -  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618657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Chi phí bán hàng / Doanh thu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0%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7401623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quản lý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1.921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1.658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2.232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4.350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2.118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95%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8342825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Chi phí quản lý / Doanh thu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4,3%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2,6%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2%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2,5%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85145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EBITDA 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(1.301)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825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7.412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4.368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(3.043)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-41%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6318239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EBITDA / Doanh thu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-2,9%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1,3%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7,7%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2,5%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-3,7%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07949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tài chính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-  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-  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3                               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   -  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   -  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-  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133757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Chi phí khấu hao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2.904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3.978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4.038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2.869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(1.170)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-29%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641479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Doanh thu/chi phí khác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27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52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406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  150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  (256)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-63%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414318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Lợi nhuận sau thuế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(4.206)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(3.153)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3.370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  1.500 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                      (1.874)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-56%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45896"/>
                  </a:ext>
                </a:extLst>
              </a:tr>
              <a:tr h="2290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 LNST / Doanh thu</a:t>
                      </a:r>
                    </a:p>
                  </a:txBody>
                  <a:tcPr marL="63167" marR="5264" marT="5264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-9,5%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-4,9%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</a:rPr>
                        <a:t>3,5%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</a:rPr>
                        <a:t>0,8%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-2,3%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</a:p>
                  </a:txBody>
                  <a:tcPr marL="5264" marR="5264" marT="5264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1882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840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24ED2B-C352-01D9-1AA6-FED91727EBB6}"/>
              </a:ext>
            </a:extLst>
          </p:cNvPr>
          <p:cNvSpPr/>
          <p:nvPr/>
        </p:nvSpPr>
        <p:spPr>
          <a:xfrm>
            <a:off x="1" y="2"/>
            <a:ext cx="9143999" cy="246657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cs typeface="Times New Roman" panose="02020603050405020304" pitchFamily="18" charset="0"/>
              </a:rPr>
              <a:t>8 - TÌNH HÌNH TÀI CHÍNH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EC72A-5D29-6860-E9FD-C30F8E413F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17</a:t>
            </a:fld>
            <a:endParaRPr lang="en-US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2A6AB251-D569-C6C9-2667-158FC01313F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41716894"/>
              </p:ext>
            </p:extLst>
          </p:nvPr>
        </p:nvGraphicFramePr>
        <p:xfrm>
          <a:off x="3298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45A6982-1ABF-AC36-11C6-AE8C5961A5B5}"/>
              </a:ext>
            </a:extLst>
          </p:cNvPr>
          <p:cNvSpPr txBox="1"/>
          <p:nvPr/>
        </p:nvSpPr>
        <p:spPr>
          <a:xfrm>
            <a:off x="9189722" y="286717"/>
            <a:ext cx="10972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ĐVT: Triệu </a:t>
            </a:r>
            <a:r>
              <a:rPr lang="en-US" sz="900" dirty="0" err="1"/>
              <a:t>đồng</a:t>
            </a:r>
            <a:endParaRPr lang="en-US" sz="9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E29FB6-187D-7482-FF22-13F9F7AE0D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546375"/>
              </p:ext>
            </p:extLst>
          </p:nvPr>
        </p:nvGraphicFramePr>
        <p:xfrm>
          <a:off x="61648" y="286717"/>
          <a:ext cx="9014896" cy="4601748"/>
        </p:xfrm>
        <a:graphic>
          <a:graphicData uri="http://schemas.openxmlformats.org/drawingml/2006/table">
            <a:tbl>
              <a:tblPr/>
              <a:tblGrid>
                <a:gridCol w="3696544">
                  <a:extLst>
                    <a:ext uri="{9D8B030D-6E8A-4147-A177-3AD203B41FA5}">
                      <a16:colId xmlns:a16="http://schemas.microsoft.com/office/drawing/2014/main" val="2682259519"/>
                    </a:ext>
                  </a:extLst>
                </a:gridCol>
                <a:gridCol w="1329588">
                  <a:extLst>
                    <a:ext uri="{9D8B030D-6E8A-4147-A177-3AD203B41FA5}">
                      <a16:colId xmlns:a16="http://schemas.microsoft.com/office/drawing/2014/main" val="454592812"/>
                    </a:ext>
                  </a:extLst>
                </a:gridCol>
                <a:gridCol w="1329588">
                  <a:extLst>
                    <a:ext uri="{9D8B030D-6E8A-4147-A177-3AD203B41FA5}">
                      <a16:colId xmlns:a16="http://schemas.microsoft.com/office/drawing/2014/main" val="794916585"/>
                    </a:ext>
                  </a:extLst>
                </a:gridCol>
                <a:gridCol w="1329588">
                  <a:extLst>
                    <a:ext uri="{9D8B030D-6E8A-4147-A177-3AD203B41FA5}">
                      <a16:colId xmlns:a16="http://schemas.microsoft.com/office/drawing/2014/main" val="3011229879"/>
                    </a:ext>
                  </a:extLst>
                </a:gridCol>
                <a:gridCol w="1329588">
                  <a:extLst>
                    <a:ext uri="{9D8B030D-6E8A-4147-A177-3AD203B41FA5}">
                      <a16:colId xmlns:a16="http://schemas.microsoft.com/office/drawing/2014/main" val="827327851"/>
                    </a:ext>
                  </a:extLst>
                </a:gridCol>
              </a:tblGrid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2023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2024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2025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2026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512605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TÀI SẢN NGẮN HẠN </a:t>
                      </a:r>
                    </a:p>
                  </a:txBody>
                  <a:tcPr marL="54013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19.381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14.561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15.869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14.112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25991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Tiền mặt &amp; tương đương tiền </a:t>
                      </a:r>
                    </a:p>
                  </a:txBody>
                  <a:tcPr marL="108025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7.453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11.072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12.687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5.518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400442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Các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khoản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phải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ngắn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hạn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108025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3.160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2.415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1.464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4.037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473374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Hàng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tồn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kho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108025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8.670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1.029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1.493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4.333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9246686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Tài sản ngắn hạn khác </a:t>
                      </a:r>
                    </a:p>
                  </a:txBody>
                  <a:tcPr marL="108025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97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45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224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224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750216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TÀI SẢN DÀI HẠN </a:t>
                      </a:r>
                    </a:p>
                  </a:txBody>
                  <a:tcPr marL="54013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22.499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18.991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21.149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23.727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6610526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Tài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cố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định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108025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22.044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18.646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20.429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23.007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587142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Chi phí dở dang dài hạn </a:t>
                      </a:r>
                    </a:p>
                  </a:txBody>
                  <a:tcPr marL="108025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4789231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Tài sản dài hạn khác </a:t>
                      </a:r>
                    </a:p>
                  </a:txBody>
                  <a:tcPr marL="108025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455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345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720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720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847335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TỔNG TÀI SẢN </a:t>
                      </a:r>
                    </a:p>
                  </a:txBody>
                  <a:tcPr marL="54013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41.880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33.552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37.017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37.839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9869563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NỢ PHẢI TRẢ </a:t>
                      </a:r>
                    </a:p>
                  </a:txBody>
                  <a:tcPr marL="54013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6.839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1.689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1.784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1.106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0305178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Nợ ngắn hạn </a:t>
                      </a:r>
                    </a:p>
                  </a:txBody>
                  <a:tcPr marL="54013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6.839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1.689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1.784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1.106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674097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Phải trả thương mại </a:t>
                      </a:r>
                    </a:p>
                  </a:txBody>
                  <a:tcPr marL="54013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6.839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1.683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1.784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1.106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903515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Vay ngắn hạn </a:t>
                      </a:r>
                    </a:p>
                  </a:txBody>
                  <a:tcPr marL="54013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3028927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Nợ ngắn hạn khác </a:t>
                      </a:r>
                    </a:p>
                  </a:txBody>
                  <a:tcPr marL="54013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 6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   -  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821512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Nợ dài hạn </a:t>
                      </a:r>
                    </a:p>
                  </a:txBody>
                  <a:tcPr marL="54013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856688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Vay dài hạn </a:t>
                      </a:r>
                    </a:p>
                  </a:txBody>
                  <a:tcPr marL="54013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736494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Nợ dài hạn khác </a:t>
                      </a:r>
                    </a:p>
                  </a:txBody>
                  <a:tcPr marL="54013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3220317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VỐN CHỦ SỠ HỮU</a:t>
                      </a:r>
                    </a:p>
                  </a:txBody>
                  <a:tcPr marL="54013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35.041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31.863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35.233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36.733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8919902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Vốn đầu tư của chủ sở hữu</a:t>
                      </a:r>
                    </a:p>
                  </a:txBody>
                  <a:tcPr marL="54013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47.000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47.000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47.000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47.000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2380164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Lợi nhuận sau thuế</a:t>
                      </a:r>
                    </a:p>
                  </a:txBody>
                  <a:tcPr marL="54013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(11.959)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(15.137)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(11.767)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(10.267)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69247"/>
                  </a:ext>
                </a:extLst>
              </a:tr>
              <a:tr h="20007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TỔNG NGUỒN VỐN</a:t>
                      </a:r>
                    </a:p>
                  </a:txBody>
                  <a:tcPr marL="54013" marR="4501" marT="4501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41.880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33.552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37.017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37.839 </a:t>
                      </a:r>
                    </a:p>
                  </a:txBody>
                  <a:tcPr marL="4501" marR="4501" marT="4501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267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303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120A6-7749-0069-6EF5-1053431B9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92127F-6C9A-B260-5388-5539DD6DB6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31A22CCE-7013-70E0-4CA9-4E6564C459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2928134"/>
              </p:ext>
            </p:extLst>
          </p:nvPr>
        </p:nvGraphicFramePr>
        <p:xfrm>
          <a:off x="24236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DEF192A-0772-3C18-C39E-B15A252BDC2B}"/>
              </a:ext>
            </a:extLst>
          </p:cNvPr>
          <p:cNvSpPr/>
          <p:nvPr/>
        </p:nvSpPr>
        <p:spPr>
          <a:xfrm>
            <a:off x="1" y="1"/>
            <a:ext cx="9143999" cy="255034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8 - DÒNG TIỀN</a:t>
            </a:r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321F6B-18AB-D183-C40D-DEE5B7E4A44B}"/>
              </a:ext>
            </a:extLst>
          </p:cNvPr>
          <p:cNvSpPr txBox="1"/>
          <p:nvPr/>
        </p:nvSpPr>
        <p:spPr>
          <a:xfrm>
            <a:off x="9255017" y="321531"/>
            <a:ext cx="109727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ĐVT: Triệu </a:t>
            </a:r>
            <a:r>
              <a:rPr lang="en-US" sz="900" dirty="0" err="1"/>
              <a:t>đồng</a:t>
            </a:r>
            <a:endParaRPr lang="en-US" sz="9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F8F3223-0288-4EE3-AD12-71E004656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9752855"/>
              </p:ext>
            </p:extLst>
          </p:nvPr>
        </p:nvGraphicFramePr>
        <p:xfrm>
          <a:off x="130858" y="321530"/>
          <a:ext cx="8960676" cy="4512790"/>
        </p:xfrm>
        <a:graphic>
          <a:graphicData uri="http://schemas.openxmlformats.org/drawingml/2006/table">
            <a:tbl>
              <a:tblPr/>
              <a:tblGrid>
                <a:gridCol w="4049680">
                  <a:extLst>
                    <a:ext uri="{9D8B030D-6E8A-4147-A177-3AD203B41FA5}">
                      <a16:colId xmlns:a16="http://schemas.microsoft.com/office/drawing/2014/main" val="1591253475"/>
                    </a:ext>
                  </a:extLst>
                </a:gridCol>
                <a:gridCol w="1193750">
                  <a:extLst>
                    <a:ext uri="{9D8B030D-6E8A-4147-A177-3AD203B41FA5}">
                      <a16:colId xmlns:a16="http://schemas.microsoft.com/office/drawing/2014/main" val="371136965"/>
                    </a:ext>
                  </a:extLst>
                </a:gridCol>
                <a:gridCol w="1239082">
                  <a:extLst>
                    <a:ext uri="{9D8B030D-6E8A-4147-A177-3AD203B41FA5}">
                      <a16:colId xmlns:a16="http://schemas.microsoft.com/office/drawing/2014/main" val="2142829672"/>
                    </a:ext>
                  </a:extLst>
                </a:gridCol>
                <a:gridCol w="1239082">
                  <a:extLst>
                    <a:ext uri="{9D8B030D-6E8A-4147-A177-3AD203B41FA5}">
                      <a16:colId xmlns:a16="http://schemas.microsoft.com/office/drawing/2014/main" val="1769552892"/>
                    </a:ext>
                  </a:extLst>
                </a:gridCol>
                <a:gridCol w="1239082">
                  <a:extLst>
                    <a:ext uri="{9D8B030D-6E8A-4147-A177-3AD203B41FA5}">
                      <a16:colId xmlns:a16="http://schemas.microsoft.com/office/drawing/2014/main" val="3636623021"/>
                    </a:ext>
                  </a:extLst>
                </a:gridCol>
              </a:tblGrid>
              <a:tr h="187252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2023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Năm 2024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Năm 2025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Năm 2026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713523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Lợi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nhuận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thuế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(4.206)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(3.153)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3.370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1.500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592434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Khấu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hao </a:t>
                      </a:r>
                    </a:p>
                  </a:txBody>
                  <a:tcPr marL="56702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2.904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3.978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4.038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2.869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575837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Vốn lưu động thuần </a:t>
                      </a:r>
                    </a:p>
                  </a:txBody>
                  <a:tcPr marL="56702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6.152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3.411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(290)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(7.509)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90868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Tăng (giảm) các khoản phải thu</a:t>
                      </a:r>
                    </a:p>
                  </a:txBody>
                  <a:tcPr marL="56702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9.306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(4.061)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1.064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(4.054)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4765867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Tăng (giảm) hàng tồn kho</a:t>
                      </a:r>
                    </a:p>
                  </a:txBody>
                  <a:tcPr marL="56702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(3.267)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7.641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(465)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(2.840)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279920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Tăng (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giảm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khoản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phải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trả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6702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729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122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939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(678)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5006714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Tăng (giảm) trả trước người bán</a:t>
                      </a:r>
                    </a:p>
                  </a:txBody>
                  <a:tcPr marL="56702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(589)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(99)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(1.509)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63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702208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 khoản phải thu khác</a:t>
                      </a:r>
                    </a:p>
                  </a:txBody>
                  <a:tcPr marL="56702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(27)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(192)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(319)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275175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 khoản phải trả khác</a:t>
                      </a:r>
                    </a:p>
                  </a:txBody>
                  <a:tcPr marL="56702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9689398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Dòng tiền thuần từ hoạt động kinh doanh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4.851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4.235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7.118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(3.140)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86682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Tiền chi mua sắm TSCĐ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(6.575)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(890)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(5.822)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(4.029)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2614552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Đầu tư ngắn hạn khác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27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192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93661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Đầu tư dài hạn khác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82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319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846324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Dòng tiền từ hoạt động đầu tư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(6.548)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(616)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(5.503)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(4.029)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635342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Vay ngắn hạn ngân hàng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7887979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Vay dài hạn ngân hàng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0322283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Cổ tức trả cho chủ sở hữu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554131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s-E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Chi cho vay hoặc thu hồi cho vay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130846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Dòng tiền từ hoạt động tài chính</a:t>
                      </a:r>
                    </a:p>
                  </a:txBody>
                  <a:tcPr marL="56702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    -  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663534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Tiền tồn đầu năm</a:t>
                      </a:r>
                    </a:p>
                  </a:txBody>
                  <a:tcPr marL="56702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9.150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7.453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11.072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12.687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5441258"/>
                  </a:ext>
                </a:extLst>
              </a:tr>
              <a:tr h="20597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Tiền tồn cuối năm</a:t>
                      </a:r>
                    </a:p>
                  </a:txBody>
                  <a:tcPr marL="56702" marR="4725" marT="4725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7.453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11.072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12.687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5.518 </a:t>
                      </a:r>
                    </a:p>
                  </a:txBody>
                  <a:tcPr marL="4725" marR="4725" marT="4725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2515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687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EA82A8-EEF3-EFED-5CDD-9FAC5A47E2F6}"/>
              </a:ext>
            </a:extLst>
          </p:cNvPr>
          <p:cNvSpPr/>
          <p:nvPr/>
        </p:nvSpPr>
        <p:spPr>
          <a:xfrm>
            <a:off x="1" y="1"/>
            <a:ext cx="9143999" cy="257484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cs typeface="Times New Roman" panose="02020603050405020304" pitchFamily="18" charset="0"/>
              </a:rPr>
              <a:t>9 - CHỈ SỐ TÀI CHÍNH</a:t>
            </a:r>
            <a:endParaRPr lang="en-US"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9D957-4ED3-B71B-71DA-44BF58113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D554874-E025-4583-820E-CA4CA4C050FD}" type="slidenum">
              <a:rPr lang="en-US" smtClean="0"/>
              <a:pPr/>
              <a:t>19</a:t>
            </a:fld>
            <a:endParaRPr lang="en-US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46E57A5-E9C6-EF9B-FB93-DB7C86529B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2698202"/>
              </p:ext>
            </p:extLst>
          </p:nvPr>
        </p:nvGraphicFramePr>
        <p:xfrm>
          <a:off x="-3680" y="4888466"/>
          <a:ext cx="6096000" cy="23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312662D-07AB-1614-B258-B3B27FD24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054766"/>
              </p:ext>
            </p:extLst>
          </p:nvPr>
        </p:nvGraphicFramePr>
        <p:xfrm>
          <a:off x="57767" y="320570"/>
          <a:ext cx="9026274" cy="4513768"/>
        </p:xfrm>
        <a:graphic>
          <a:graphicData uri="http://schemas.openxmlformats.org/drawingml/2006/table">
            <a:tbl>
              <a:tblPr/>
              <a:tblGrid>
                <a:gridCol w="472403">
                  <a:extLst>
                    <a:ext uri="{9D8B030D-6E8A-4147-A177-3AD203B41FA5}">
                      <a16:colId xmlns:a16="http://schemas.microsoft.com/office/drawing/2014/main" val="1759571923"/>
                    </a:ext>
                  </a:extLst>
                </a:gridCol>
                <a:gridCol w="3424924">
                  <a:extLst>
                    <a:ext uri="{9D8B030D-6E8A-4147-A177-3AD203B41FA5}">
                      <a16:colId xmlns:a16="http://schemas.microsoft.com/office/drawing/2014/main" val="1432382640"/>
                    </a:ext>
                  </a:extLst>
                </a:gridCol>
                <a:gridCol w="742347">
                  <a:extLst>
                    <a:ext uri="{9D8B030D-6E8A-4147-A177-3AD203B41FA5}">
                      <a16:colId xmlns:a16="http://schemas.microsoft.com/office/drawing/2014/main" val="4170940909"/>
                    </a:ext>
                  </a:extLst>
                </a:gridCol>
                <a:gridCol w="1096650">
                  <a:extLst>
                    <a:ext uri="{9D8B030D-6E8A-4147-A177-3AD203B41FA5}">
                      <a16:colId xmlns:a16="http://schemas.microsoft.com/office/drawing/2014/main" val="1879449250"/>
                    </a:ext>
                  </a:extLst>
                </a:gridCol>
                <a:gridCol w="1096650">
                  <a:extLst>
                    <a:ext uri="{9D8B030D-6E8A-4147-A177-3AD203B41FA5}">
                      <a16:colId xmlns:a16="http://schemas.microsoft.com/office/drawing/2014/main" val="141772425"/>
                    </a:ext>
                  </a:extLst>
                </a:gridCol>
                <a:gridCol w="1096650">
                  <a:extLst>
                    <a:ext uri="{9D8B030D-6E8A-4147-A177-3AD203B41FA5}">
                      <a16:colId xmlns:a16="http://schemas.microsoft.com/office/drawing/2014/main" val="4015665192"/>
                    </a:ext>
                  </a:extLst>
                </a:gridCol>
                <a:gridCol w="1096650">
                  <a:extLst>
                    <a:ext uri="{9D8B030D-6E8A-4147-A177-3AD203B41FA5}">
                      <a16:colId xmlns:a16="http://schemas.microsoft.com/office/drawing/2014/main" val="3566228567"/>
                    </a:ext>
                  </a:extLst>
                </a:gridCol>
              </a:tblGrid>
              <a:tr h="284388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STT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tài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chính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Đvt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2023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2024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2025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2026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0937096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Khả năng thanh toán hiện hành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Lần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862099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Khả năng thanh toán nhanh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Lần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526990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Nợ vay / EBITDA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Lần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-  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-  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-  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-  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2095819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Chi phí lãi vay / EBITDA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-  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-  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-  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-  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303183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Nợ vay / Doanh thu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-  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-  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-  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-  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146116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Nợ vay / Vốn chủ sở hữu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Lần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-  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-  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-  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-  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286435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Tổng nợ / Tổng tài sản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Lần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0,16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0,05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0,09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0,05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5840850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LNST / Vốn chủ sở hữu (ROE)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-12%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-9,9%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9,6%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4,1%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7215207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LNST / Tài sản (ROA)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-10%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-9,4%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4,0%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883646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Tỷ suất EBITDA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-2,9%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8103614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Tỷ suất lợi nhuận gộp 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-5,2%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-2,4%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5,4%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3,2%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7441421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Tỷ suất lợi nhuận sau thuế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-9,5%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-4,9%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3,5%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728960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Chi phí bán hàng &amp; quản lý / Doanh thu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4,3%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2,6%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2,4%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936044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Chi phí khấu hao / Doanh thu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6,5%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6,2%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3%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606792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Số ngày vốn lưu động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0169446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 nợ phải thu bình quân (DSO)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03334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 nợ phải trả bình quân (DPO)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9018616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 tồn kho bình quân (DIO)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Ngày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079274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Doanh thu / TSCĐ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Lần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3,4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4,7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7,7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0098003"/>
                  </a:ext>
                </a:extLst>
              </a:tr>
              <a:tr h="21146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Doanh thu / Tổng tài sản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Lần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1,9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2,6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4,7</a:t>
                      </a:r>
                    </a:p>
                  </a:txBody>
                  <a:tcPr marL="5519" marR="5519" marT="5519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50804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15572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2DF7E1-E8E9-D2CB-C83F-D1EF24109481}"/>
              </a:ext>
            </a:extLst>
          </p:cNvPr>
          <p:cNvSpPr/>
          <p:nvPr/>
        </p:nvSpPr>
        <p:spPr>
          <a:xfrm>
            <a:off x="0" y="2"/>
            <a:ext cx="9144000" cy="229827"/>
          </a:xfrm>
          <a:prstGeom prst="rect">
            <a:avLst/>
          </a:prstGeom>
          <a:solidFill>
            <a:srgbClr val="11930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cs typeface="Times New Roman" panose="02020603050405020304" pitchFamily="18" charset="0"/>
              </a:rPr>
              <a:t>10 - TÓM TẮT CÁC CHỈ TIÊU CHÍNH 	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6507F-4352-BECC-7753-EA48CCA35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3244" y="4913671"/>
            <a:ext cx="415453" cy="212575"/>
          </a:xfrm>
        </p:spPr>
        <p:txBody>
          <a:bodyPr/>
          <a:lstStyle/>
          <a:p>
            <a:fld id="{DD554874-E025-4583-820E-CA4CA4C050FD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339B2D1-502B-1DA3-C77F-ADCC6BCCD1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0677998"/>
              </p:ext>
            </p:extLst>
          </p:nvPr>
        </p:nvGraphicFramePr>
        <p:xfrm>
          <a:off x="73393" y="229829"/>
          <a:ext cx="9010646" cy="3581119"/>
        </p:xfrm>
        <a:graphic>
          <a:graphicData uri="http://schemas.openxmlformats.org/drawingml/2006/table">
            <a:tbl>
              <a:tblPr/>
              <a:tblGrid>
                <a:gridCol w="510271">
                  <a:extLst>
                    <a:ext uri="{9D8B030D-6E8A-4147-A177-3AD203B41FA5}">
                      <a16:colId xmlns:a16="http://schemas.microsoft.com/office/drawing/2014/main" val="2269494070"/>
                    </a:ext>
                  </a:extLst>
                </a:gridCol>
                <a:gridCol w="2663367">
                  <a:extLst>
                    <a:ext uri="{9D8B030D-6E8A-4147-A177-3AD203B41FA5}">
                      <a16:colId xmlns:a16="http://schemas.microsoft.com/office/drawing/2014/main" val="4022065428"/>
                    </a:ext>
                  </a:extLst>
                </a:gridCol>
                <a:gridCol w="958315">
                  <a:extLst>
                    <a:ext uri="{9D8B030D-6E8A-4147-A177-3AD203B41FA5}">
                      <a16:colId xmlns:a16="http://schemas.microsoft.com/office/drawing/2014/main" val="1258986198"/>
                    </a:ext>
                  </a:extLst>
                </a:gridCol>
                <a:gridCol w="833858">
                  <a:extLst>
                    <a:ext uri="{9D8B030D-6E8A-4147-A177-3AD203B41FA5}">
                      <a16:colId xmlns:a16="http://schemas.microsoft.com/office/drawing/2014/main" val="1653491931"/>
                    </a:ext>
                  </a:extLst>
                </a:gridCol>
                <a:gridCol w="833858">
                  <a:extLst>
                    <a:ext uri="{9D8B030D-6E8A-4147-A177-3AD203B41FA5}">
                      <a16:colId xmlns:a16="http://schemas.microsoft.com/office/drawing/2014/main" val="1225522595"/>
                    </a:ext>
                  </a:extLst>
                </a:gridCol>
                <a:gridCol w="833858">
                  <a:extLst>
                    <a:ext uri="{9D8B030D-6E8A-4147-A177-3AD203B41FA5}">
                      <a16:colId xmlns:a16="http://schemas.microsoft.com/office/drawing/2014/main" val="1633798251"/>
                    </a:ext>
                  </a:extLst>
                </a:gridCol>
                <a:gridCol w="945870">
                  <a:extLst>
                    <a:ext uri="{9D8B030D-6E8A-4147-A177-3AD203B41FA5}">
                      <a16:colId xmlns:a16="http://schemas.microsoft.com/office/drawing/2014/main" val="3438015546"/>
                    </a:ext>
                  </a:extLst>
                </a:gridCol>
                <a:gridCol w="833858">
                  <a:extLst>
                    <a:ext uri="{9D8B030D-6E8A-4147-A177-3AD203B41FA5}">
                      <a16:colId xmlns:a16="http://schemas.microsoft.com/office/drawing/2014/main" val="1821184324"/>
                    </a:ext>
                  </a:extLst>
                </a:gridCol>
                <a:gridCol w="597391">
                  <a:extLst>
                    <a:ext uri="{9D8B030D-6E8A-4147-A177-3AD203B41FA5}">
                      <a16:colId xmlns:a16="http://schemas.microsoft.com/office/drawing/2014/main" val="3464820393"/>
                    </a:ext>
                  </a:extLst>
                </a:gridCol>
              </a:tblGrid>
              <a:tr h="20629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STT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Các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chỉ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tiêu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Đvt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2023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2024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2025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Năm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2026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Tăng/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Giảm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181268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Sản lượng bán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Tấn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3.126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4.267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5.702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11.305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5.603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1802390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Doanh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thuần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44.482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63.950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96.185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177.489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81.304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371034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Lãi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biến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1.013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3.587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10.961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17.507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6.545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9971163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Lãi biến phí / Tấn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Triệu đồng/Tấn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324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841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1.922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1.549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(374)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-19%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887233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Lãi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biến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Doanh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(%)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2,3%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5,6%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11,4%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9,9%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8995255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Đầu tư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6.436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688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9.215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2.662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(6.553)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-71%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2151488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% Đầu tư / Doanh thu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14,5%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1,1%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9,6%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0319912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Chi phí hoạt động </a:t>
                      </a: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(ngoại trừ lương)</a:t>
                      </a:r>
                      <a:endParaRPr lang="vi-VN" sz="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4.022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5.718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5.309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9.245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3.935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777778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% Chi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hoạt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động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Doanh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9,0%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8,9%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5,5%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5,2%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1747510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Chi phí nhân sự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3.517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3.600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5.987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14.284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8.296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139%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5505044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Chi phí nhân sự / Doanh thu (%)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7,9%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5,6%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6,2%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8,0%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162968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Doanh thu bình quân đầu người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1.236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1.881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1.480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1.543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64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3349632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vi-VN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Sản lượng bán bình quân đầu người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Tấn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149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237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133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   166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33,6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458764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Chi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xuất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3.325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5.135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5.762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11.808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6.045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105%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223778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Chi phí sản xuất / Tấn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Triệu đồng/Tấn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1.063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1.642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1.843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3.776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1.933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104,9%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751240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Chi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sản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xuất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Doanh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(%)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7,5%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8,0%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6,0%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6,7%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2863040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EBITDA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(1.301)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825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7.412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4.368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(3.043)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-41%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100865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% EBITDA / Doanh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-2,9%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7,7%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2,5%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130609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khấu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hao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2.904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3.978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4.038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2.869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(1.170)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-29%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405884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Chi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phí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khấu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hao / Doanh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6,5%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6,2%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4,2%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699179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Lợi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nhuận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thuế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Triệu đồng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(4.206)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(3.153)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3.370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 1.500 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(1.871)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-56%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7667631"/>
                  </a:ext>
                </a:extLst>
              </a:tr>
              <a:tr h="15340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Lợi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nhuận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thuế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/ Doanh </a:t>
                      </a: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thu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-9,5%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-4,9%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BE5014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3,5%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70C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0,8%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5046" marR="5046" marT="5046" marB="0" anchor="ctr">
                    <a:lnL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579403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72665B2-19A9-2AF8-A687-E2B5B544E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62" y="3852643"/>
            <a:ext cx="9024078" cy="100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222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38860-EFE9-6180-0E08-A44D6FAC4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762DAF-59C0-422C-3082-0EE2EA8A10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09759" y="4929234"/>
            <a:ext cx="415453" cy="212575"/>
          </a:xfrm>
        </p:spPr>
        <p:txBody>
          <a:bodyPr/>
          <a:lstStyle/>
          <a:p>
            <a:fld id="{DD554874-E025-4583-820E-CA4CA4C050FD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49BB47-B82C-0355-DA8D-830A756A4BE7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69874" y="1373455"/>
            <a:ext cx="6942370" cy="195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92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C6CE388F40B46B0C2E66A7D3B5851" ma:contentTypeVersion="0" ma:contentTypeDescription="Create a new document." ma:contentTypeScope="" ma:versionID="ab9fbeca4f2cba9ba8141113a889067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84c390a07b92f3072bc78982b6f0c3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3141D80-314A-4281-9C7D-EDC68DD94D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755C64E-F8BD-4185-92AB-7B94DC3A86C2}">
  <ds:schemaRefs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58EC89B-1DEF-4922-9880-5A9480057DB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0b9a165-4467-4156-b58f-75ccba478fa9}" enabled="0" method="" siteId="{00b9a165-4467-4156-b58f-75ccba478fa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12913</TotalTime>
  <Words>4265</Words>
  <Application>Microsoft Office PowerPoint</Application>
  <PresentationFormat>On-screen Show (16:9)</PresentationFormat>
  <Paragraphs>1631</Paragraphs>
  <Slides>21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Muli</vt:lpstr>
      <vt:lpstr>Roboto Slab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Focus</dc:title>
  <dc:creator>Nghĩa, Trần Công</dc:creator>
  <cp:lastModifiedBy>Ngân, Lê Thùy</cp:lastModifiedBy>
  <cp:revision>68</cp:revision>
  <cp:lastPrinted>2026-03-17T11:44:07Z</cp:lastPrinted>
  <dcterms:modified xsi:type="dcterms:W3CDTF">2026-03-17T12:30:12Z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0x010100224C6CE388F40B46B0C2E66A7D3B5851</vt:lpwstr>
  </property>
</Properties>
</file>